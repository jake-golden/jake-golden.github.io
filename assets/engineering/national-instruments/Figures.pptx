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147481343" r:id="rId2"/>
    <p:sldId id="2147481345" r:id="rId3"/>
    <p:sldId id="2147481346" r:id="rId4"/>
    <p:sldId id="2147481349" r:id="rId5"/>
    <p:sldId id="2147481350" r:id="rId6"/>
    <p:sldId id="2147481351" r:id="rId7"/>
    <p:sldId id="2147481352" r:id="rId8"/>
    <p:sldId id="21474813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5"/>
  </p:normalViewPr>
  <p:slideViewPr>
    <p:cSldViewPr snapToGrid="0">
      <p:cViewPr>
        <p:scale>
          <a:sx n="101" d="100"/>
          <a:sy n="101" d="100"/>
        </p:scale>
        <p:origin x="1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F6931-55CE-0446-B61D-64D2EB55044D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5B780-52F9-7447-BAF0-7338EFDCB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0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8458-02CD-FD9B-610A-E828A3A0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0D333-1442-6BF8-CDCB-543047FF7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05A93-A6B7-C473-87B6-2ABD55DEC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B6B1A-B7B0-05D4-01BF-638DBAF1E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292767-1079-41C5-856D-8D61169929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90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C3DC-6173-91BC-BA9F-C2148EC12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218C8-1970-3A59-0873-B5A674698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76363-1D15-B06B-5B50-45F526B37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19355-3C87-3321-270B-089DD1091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292767-1079-41C5-856D-8D61169929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0C1F-134E-D0F7-7E76-6544FA805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C3E90-2409-069A-8EBE-15A0D3A7E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90627-4CD3-2146-36CB-367FFC93E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2374-196B-5290-73EA-1D6421983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292767-1079-41C5-856D-8D61169929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822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353AC-75FC-E102-C438-66463C20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D26D0-3B98-A88F-04C1-42461FB18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8B821-0FF6-024B-F0AD-69D60FE6B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C7D0F-1AE7-E683-D4DC-908AF20BE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292767-1079-41C5-856D-8D61169929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951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EF5B0-8962-ED5E-525B-23F292E1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72B54-42E2-2E3C-0FB4-BE1992E78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AADFB-625F-4150-396B-B5781BAB0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6410D-5550-AF12-B36B-84AC68727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292767-1079-41C5-856D-8D61169929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665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78" y="0"/>
            <a:ext cx="4512623" cy="602512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813" y="1098863"/>
            <a:ext cx="5306379" cy="1063698"/>
          </a:xfrm>
        </p:spPr>
        <p:txBody>
          <a:bodyPr lIns="91440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813" y="2463154"/>
            <a:ext cx="5306379" cy="758617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E940E-6DE5-9B98-C113-78820A2F7FE7}"/>
              </a:ext>
            </a:extLst>
          </p:cNvPr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solidFill>
                <a:schemeClr val="tx2"/>
              </a:solidFill>
            </a:endParaRPr>
          </a:p>
        </p:txBody>
      </p:sp>
      <p:pic>
        <p:nvPicPr>
          <p:cNvPr id="4" name="Picture 3" descr="A green and white squares&#10;&#10;Description automatically generated">
            <a:extLst>
              <a:ext uri="{FF2B5EF4-FFF2-40B4-BE49-F238E27FC236}">
                <a16:creationId xmlns:a16="http://schemas.microsoft.com/office/drawing/2014/main" id="{8C0528FD-8FC2-C97E-3752-0EBBB2B2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78" y="0"/>
            <a:ext cx="4512623" cy="602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5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128FE4-269E-606F-B220-E2EB2564DA90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CFFE6-E3DC-D35E-BC05-9ADF501B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45DCDC-0606-C560-8B41-3B1F823CE529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1"/>
                </a:solidFill>
              </a:rPr>
              <a:t>NI is now part of Emerson.</a:t>
            </a:r>
          </a:p>
        </p:txBody>
      </p:sp>
    </p:spTree>
    <p:extLst>
      <p:ext uri="{BB962C8B-B14F-4D97-AF65-F5344CB8AC3E}">
        <p14:creationId xmlns:p14="http://schemas.microsoft.com/office/powerpoint/2010/main" val="92664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E2D8BA-1667-4F99-96A9-4DA4514D9EA6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B828A-20AD-7E53-D305-68354A89D897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85583-14F4-1406-DB75-C73DF6E77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0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815" y="399094"/>
            <a:ext cx="11052373" cy="1063698"/>
          </a:xfrm>
        </p:spPr>
        <p:txBody>
          <a:bodyPr lIns="91440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813" y="1462791"/>
            <a:ext cx="8730299" cy="758617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1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815" y="1054147"/>
            <a:ext cx="11052373" cy="1063698"/>
          </a:xfrm>
        </p:spPr>
        <p:txBody>
          <a:bodyPr lIns="91440">
            <a:noAutofit/>
          </a:bodyPr>
          <a:lstStyle>
            <a:lvl1pPr algn="r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1888" y="2117847"/>
            <a:ext cx="8730299" cy="758617"/>
          </a:xfrm>
        </p:spPr>
        <p:txBody>
          <a:bodyPr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7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0260" y="4595043"/>
            <a:ext cx="11052373" cy="1063698"/>
          </a:xfrm>
        </p:spPr>
        <p:txBody>
          <a:bodyPr lIns="91440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59" y="5658743"/>
            <a:ext cx="8730299" cy="758617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6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2195" y="-1"/>
            <a:ext cx="4480404" cy="2447273"/>
          </a:xfrm>
          <a:solidFill>
            <a:schemeClr val="accent3"/>
          </a:solidFill>
        </p:spPr>
        <p:txBody>
          <a:bodyPr lIns="91440">
            <a:noAutofit/>
          </a:bodyPr>
          <a:lstStyle>
            <a:lvl1pPr marL="171437" algn="l" defTabSz="91432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2195" y="2447272"/>
            <a:ext cx="4480403" cy="4410728"/>
          </a:xfrm>
          <a:solidFill>
            <a:schemeClr val="accent3"/>
          </a:solidFill>
        </p:spPr>
        <p:txBody>
          <a:bodyPr/>
          <a:lstStyle>
            <a:lvl1pPr marL="171437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2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2195" y="-1"/>
            <a:ext cx="4480404" cy="2447273"/>
          </a:xfrm>
          <a:solidFill>
            <a:schemeClr val="accent2"/>
          </a:solidFill>
        </p:spPr>
        <p:txBody>
          <a:bodyPr lIns="91440">
            <a:noAutofit/>
          </a:bodyPr>
          <a:lstStyle>
            <a:lvl1pPr marL="171437" algn="l" defTabSz="91432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2195" y="2447272"/>
            <a:ext cx="4480403" cy="4410728"/>
          </a:xfrm>
          <a:solidFill>
            <a:schemeClr val="accent2"/>
          </a:solidFill>
        </p:spPr>
        <p:txBody>
          <a:bodyPr/>
          <a:lstStyle>
            <a:lvl1pPr marL="171437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3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219200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2195" y="-1"/>
            <a:ext cx="4480404" cy="2447273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171437" algn="l" defTabSz="91432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2195" y="2447272"/>
            <a:ext cx="4480403" cy="4410728"/>
          </a:xfrm>
          <a:solidFill>
            <a:schemeClr val="accent6"/>
          </a:solidFill>
        </p:spPr>
        <p:txBody>
          <a:bodyPr/>
          <a:lstStyle>
            <a:lvl1pPr marL="171437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7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527375-A641-F5C8-AA18-69A44F8E216E}"/>
              </a:ext>
            </a:extLst>
          </p:cNvPr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F3222F-5BF4-04F0-0C31-D62992FE2F10}"/>
              </a:ext>
            </a:extLst>
          </p:cNvPr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4296FB9-C14E-EECB-92E0-7A7276E2AA0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8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26636-FD50-8D08-4C68-CE6D96292BCB}"/>
              </a:ext>
            </a:extLst>
          </p:cNvPr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298B0E-271E-E62C-BFBB-269F798AD38C}"/>
              </a:ext>
            </a:extLst>
          </p:cNvPr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8D6D99-84AB-FA6F-8C68-FE8E92E173B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24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C8F710-8B77-63C2-FB1A-BFFB0123BB13}"/>
              </a:ext>
            </a:extLst>
          </p:cNvPr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1C9F38-7E18-17B7-4F85-5D5C7187BFFA}"/>
              </a:ext>
            </a:extLst>
          </p:cNvPr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378BF81-E231-113A-257A-C3648E6F8B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366" y="1697359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366" y="2424830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9365" y="3152301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365" y="3879774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365" y="4607245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365" y="5334715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2078" y="1697359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2078" y="2424830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12078" y="3152301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2078" y="3879774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2078" y="4607245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2078" y="5334715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6278EF38-2821-547B-513B-8BFE212313D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26524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2210754"/>
            <a:ext cx="11353272" cy="351125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6" y="1633860"/>
            <a:ext cx="11353271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F02B1E1-7080-2BEB-26CC-4EF0B19BE258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875126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2210754"/>
            <a:ext cx="11353272" cy="351125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6" y="1633860"/>
            <a:ext cx="11353271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62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5" y="2210754"/>
            <a:ext cx="5555159" cy="3511256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 marL="212312" indent="0">
              <a:buNone/>
              <a:defRPr sz="1125"/>
            </a:lvl2pPr>
            <a:lvl3pPr marL="430575" indent="0">
              <a:buNone/>
              <a:defRPr sz="1125"/>
            </a:lvl3pPr>
            <a:lvl4pPr marL="610146" indent="0">
              <a:buNone/>
              <a:defRPr sz="1125"/>
            </a:lvl4pPr>
            <a:lvl5pPr marL="821465" indent="0">
              <a:buNone/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7" y="1633860"/>
            <a:ext cx="5555157" cy="497417"/>
          </a:xfrm>
        </p:spPr>
        <p:txBody>
          <a:bodyPr/>
          <a:lstStyle>
            <a:lvl1pPr marL="0" indent="0">
              <a:buNone/>
              <a:defRPr sz="1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17478" y="2210754"/>
            <a:ext cx="5555159" cy="3511256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 marL="212312" indent="0">
              <a:buNone/>
              <a:defRPr sz="1125"/>
            </a:lvl2pPr>
            <a:lvl3pPr marL="430575" indent="0">
              <a:buNone/>
              <a:defRPr sz="1125"/>
            </a:lvl3pPr>
            <a:lvl4pPr marL="610146" indent="0">
              <a:buNone/>
              <a:defRPr sz="1125"/>
            </a:lvl4pPr>
            <a:lvl5pPr marL="821465" indent="0">
              <a:buNone/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7479" y="1633860"/>
            <a:ext cx="5555157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8FE73CA-1AC6-1291-800B-4CF62264B93F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749596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Block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07417" y="667876"/>
            <a:ext cx="7465219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7417" y="1787598"/>
            <a:ext cx="7465219" cy="4308402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FA95EFE-A82E-97DE-9182-57C867C5A4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09575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74F657-CE88-2203-5F5D-65C0CCA6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21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4700" y="939334"/>
            <a:ext cx="4572000" cy="848265"/>
          </a:xfrm>
        </p:spPr>
        <p:txBody>
          <a:bodyPr>
            <a:noAutofit/>
          </a:bodyPr>
          <a:lstStyle>
            <a:lvl1pPr>
              <a:defRPr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702" y="1921199"/>
            <a:ext cx="4639961" cy="3696724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95749" y="0"/>
            <a:ext cx="2815168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825" y="2085716"/>
            <a:ext cx="2950104" cy="1816364"/>
          </a:xfrm>
        </p:spPr>
        <p:txBody>
          <a:bodyPr/>
          <a:lstStyle>
            <a:lvl1pPr marL="0" indent="0">
              <a:buNone/>
              <a:defRPr sz="1875">
                <a:solidFill>
                  <a:schemeClr val="bg1"/>
                </a:solidFill>
                <a:latin typeface="+mj-lt"/>
              </a:defRPr>
            </a:lvl1pPr>
            <a:lvl2pPr>
              <a:defRPr sz="2500">
                <a:solidFill>
                  <a:schemeClr val="bg1"/>
                </a:solidFill>
                <a:latin typeface="+mj-lt"/>
              </a:defRPr>
            </a:lvl2pPr>
            <a:lvl3pPr>
              <a:defRPr sz="2500">
                <a:solidFill>
                  <a:schemeClr val="bg1"/>
                </a:solidFill>
                <a:latin typeface="+mj-lt"/>
              </a:defRPr>
            </a:lvl3pPr>
            <a:lvl4pPr>
              <a:defRPr sz="25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80914-A36F-2E1B-7EA3-A5ECAC70819B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</p:spTree>
    <p:extLst>
      <p:ext uri="{BB962C8B-B14F-4D97-AF65-F5344CB8AC3E}">
        <p14:creationId xmlns:p14="http://schemas.microsoft.com/office/powerpoint/2010/main" val="815708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4700" y="939334"/>
            <a:ext cx="4572000" cy="848265"/>
          </a:xfrm>
        </p:spPr>
        <p:txBody>
          <a:bodyPr>
            <a:noAutofit/>
          </a:bodyPr>
          <a:lstStyle>
            <a:lvl1pPr>
              <a:defRPr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702" y="1921199"/>
            <a:ext cx="4639961" cy="3696724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95749" y="0"/>
            <a:ext cx="2815168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825" y="2085716"/>
            <a:ext cx="2950104" cy="1816364"/>
          </a:xfrm>
        </p:spPr>
        <p:txBody>
          <a:bodyPr/>
          <a:lstStyle>
            <a:lvl1pPr marL="0" indent="0">
              <a:buNone/>
              <a:defRPr sz="1875">
                <a:solidFill>
                  <a:schemeClr val="bg1"/>
                </a:solidFill>
                <a:latin typeface="+mj-lt"/>
              </a:defRPr>
            </a:lvl1pPr>
            <a:lvl2pPr>
              <a:defRPr sz="2500">
                <a:solidFill>
                  <a:schemeClr val="bg1"/>
                </a:solidFill>
                <a:latin typeface="+mj-lt"/>
              </a:defRPr>
            </a:lvl2pPr>
            <a:lvl3pPr>
              <a:defRPr sz="2500">
                <a:solidFill>
                  <a:schemeClr val="bg1"/>
                </a:solidFill>
                <a:latin typeface="+mj-lt"/>
              </a:defRPr>
            </a:lvl3pPr>
            <a:lvl4pPr>
              <a:defRPr sz="25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87C6F3-D770-87A0-F494-3E0B85036BC3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</p:spTree>
    <p:extLst>
      <p:ext uri="{BB962C8B-B14F-4D97-AF65-F5344CB8AC3E}">
        <p14:creationId xmlns:p14="http://schemas.microsoft.com/office/powerpoint/2010/main" val="37520835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2210754"/>
            <a:ext cx="11353272" cy="351125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6" y="1633860"/>
            <a:ext cx="11353271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F8B6F9-70E2-DC92-6A96-A82D7F4A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65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1633859"/>
            <a:ext cx="11353272" cy="437307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83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4" y="1915583"/>
            <a:ext cx="4923739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450423" y="1915583"/>
            <a:ext cx="5307663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2692346"/>
            <a:ext cx="4923741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2692346"/>
            <a:ext cx="5307660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38E9841-81CD-7234-48A7-BF489BBBF82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FE476F-0492-E294-D741-AEFB876AEBFA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DF671B-DAEC-5CE5-EB6F-5772B46867DD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165454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1915584"/>
            <a:ext cx="4923741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1915584"/>
            <a:ext cx="5307660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9BC5E6D-A862-CF3B-7E0F-039314A6EDD8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4F0C0-B21D-F700-EF66-69A5E04C445D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FE965C-636C-F0C8-C43A-78AB63831F4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73155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4" y="1915583"/>
            <a:ext cx="4923739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450423" y="1915583"/>
            <a:ext cx="5307663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2692346"/>
            <a:ext cx="4923741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2692346"/>
            <a:ext cx="5307660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2F0601-810D-6181-7D36-316FF09E88BA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CBA58F-A393-6E1D-C471-E60B536F9F07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228406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1915584"/>
            <a:ext cx="4923741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1915584"/>
            <a:ext cx="5307660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073F946-1CE6-E3A6-5B97-428B7714FE7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82FEF6-08CB-23AC-0FBD-9C6E3E7F46B4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47843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3" y="1915583"/>
            <a:ext cx="3142908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20958" y="1915583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3" y="2692346"/>
            <a:ext cx="3142908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4520955" y="2692346"/>
            <a:ext cx="3142907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917306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3" y="2692345"/>
            <a:ext cx="3142907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E10235D-801E-3061-9DEA-77E07AE188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75482B-F1E3-5C73-0DC5-0C1A6F99A5DA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18506F-6EFB-DB23-A206-9C85238CCB12}"/>
              </a:ext>
            </a:extLst>
          </p:cNvPr>
          <p:cNvCxnSpPr>
            <a:cxnSpLocks/>
          </p:cNvCxnSpPr>
          <p:nvPr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266DD8-8990-317B-2A02-8AC1210A57CD}"/>
              </a:ext>
            </a:extLst>
          </p:cNvPr>
          <p:cNvCxnSpPr>
            <a:cxnSpLocks/>
          </p:cNvCxnSpPr>
          <p:nvPr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object 2">
            <a:extLst>
              <a:ext uri="{FF2B5EF4-FFF2-40B4-BE49-F238E27FC236}">
                <a16:creationId xmlns:a16="http://schemas.microsoft.com/office/drawing/2014/main" id="{010D528C-9198-6D51-259A-EB9F65FFA306}"/>
              </a:ext>
            </a:extLst>
          </p:cNvPr>
          <p:cNvSpPr/>
          <p:nvPr userDrawn="1"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B6CECC-4B25-5D27-2969-269A51003B5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16B0C1-80E7-F625-D3D1-2CEA4DE48A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9822E5-406D-3FA9-2F04-90314460A22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881375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4792931" y="2166938"/>
            <a:ext cx="6979680" cy="259456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250"/>
            </a:lvl1pPr>
            <a:lvl2pPr marL="212312" indent="0">
              <a:lnSpc>
                <a:spcPct val="150000"/>
              </a:lnSpc>
              <a:buNone/>
              <a:defRPr sz="1250"/>
            </a:lvl2pPr>
            <a:lvl3pPr marL="430575" indent="0">
              <a:lnSpc>
                <a:spcPct val="150000"/>
              </a:lnSpc>
              <a:buNone/>
              <a:defRPr sz="1250"/>
            </a:lvl3pPr>
            <a:lvl4pPr marL="610146" indent="0">
              <a:lnSpc>
                <a:spcPct val="150000"/>
              </a:lnSpc>
              <a:buNone/>
              <a:defRPr sz="1250"/>
            </a:lvl4pPr>
            <a:lvl5pPr marL="821465" indent="0">
              <a:lnSpc>
                <a:spcPct val="150000"/>
              </a:lnSpc>
              <a:buNone/>
              <a:defRPr sz="12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581261" y="1619253"/>
            <a:ext cx="0" cy="40619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932" y="4849739"/>
            <a:ext cx="3827199" cy="304176"/>
          </a:xfrm>
        </p:spPr>
        <p:txBody>
          <a:bodyPr anchor="b">
            <a:noAutofit/>
          </a:bodyPr>
          <a:lstStyle>
            <a:lvl1pPr marL="0" indent="0" algn="l">
              <a:buNone/>
              <a:defRPr sz="10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2932" y="5132391"/>
            <a:ext cx="3827199" cy="6226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212312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43057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610146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82146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1263" y="667879"/>
            <a:ext cx="7191348" cy="505485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09575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930" y="1619253"/>
            <a:ext cx="350565" cy="35056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CA0D5C-B835-972C-0141-6416CC6CF594}"/>
              </a:ext>
            </a:extLst>
          </p:cNvPr>
          <p:cNvCxnSpPr>
            <a:cxnSpLocks/>
          </p:cNvCxnSpPr>
          <p:nvPr/>
        </p:nvCxnSpPr>
        <p:spPr bwMode="auto">
          <a:xfrm>
            <a:off x="4581261" y="1619253"/>
            <a:ext cx="0" cy="40619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 descr="A green and black half circle&#10;&#10;Description automatically generated">
            <a:extLst>
              <a:ext uri="{FF2B5EF4-FFF2-40B4-BE49-F238E27FC236}">
                <a16:creationId xmlns:a16="http://schemas.microsoft.com/office/drawing/2014/main" id="{490FAFA7-A3AA-EEC2-CA1D-F1BBE9272C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930" y="1619253"/>
            <a:ext cx="350565" cy="3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335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/>
        </p:nvSpPr>
        <p:spPr>
          <a:xfrm>
            <a:off x="0" y="2"/>
            <a:ext cx="12192000" cy="602588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4534527" y="1728725"/>
            <a:ext cx="7170291" cy="394823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1pPr>
            <a:lvl2pPr marL="212312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2pPr>
            <a:lvl3pPr marL="430575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3pPr>
            <a:lvl4pPr marL="610146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4pPr>
            <a:lvl5pPr marL="821465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207133" y="742825"/>
            <a:ext cx="0" cy="49384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921" y="4749805"/>
            <a:ext cx="3345823" cy="304176"/>
          </a:xfrm>
        </p:spPr>
        <p:txBody>
          <a:bodyPr anchor="b">
            <a:noAutofit/>
          </a:bodyPr>
          <a:lstStyle>
            <a:lvl1pPr marL="0" indent="0" algn="l">
              <a:buNone/>
              <a:defRPr sz="10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33921" y="5032459"/>
            <a:ext cx="3345823" cy="6487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212312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43057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610146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82146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181039"/>
            <a:ext cx="3345819" cy="2341651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4527" y="1181040"/>
            <a:ext cx="350565" cy="350565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1A6A6C5-3A35-3AFE-22DF-92965A330C22}"/>
              </a:ext>
            </a:extLst>
          </p:cNvPr>
          <p:cNvSpPr/>
          <p:nvPr/>
        </p:nvSpPr>
        <p:spPr>
          <a:xfrm>
            <a:off x="0" y="2"/>
            <a:ext cx="12192000" cy="602588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D5D203-1D9B-072B-7538-E1EFEE64C074}"/>
              </a:ext>
            </a:extLst>
          </p:cNvPr>
          <p:cNvCxnSpPr>
            <a:cxnSpLocks/>
          </p:cNvCxnSpPr>
          <p:nvPr/>
        </p:nvCxnSpPr>
        <p:spPr bwMode="auto">
          <a:xfrm>
            <a:off x="4207133" y="742825"/>
            <a:ext cx="0" cy="49384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Picture 7" descr="A green and black half circle&#10;&#10;Description automatically generated">
            <a:extLst>
              <a:ext uri="{FF2B5EF4-FFF2-40B4-BE49-F238E27FC236}">
                <a16:creationId xmlns:a16="http://schemas.microsoft.com/office/drawing/2014/main" id="{75D9DEF0-F0E4-BC69-27FC-B66B28C487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4527" y="1181040"/>
            <a:ext cx="350565" cy="3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56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19366" y="1552936"/>
            <a:ext cx="11353271" cy="43597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424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083740" y="1950295"/>
            <a:ext cx="9688897" cy="419603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083740" y="2405328"/>
            <a:ext cx="9688897" cy="1138858"/>
          </a:xfrm>
        </p:spPr>
        <p:txBody>
          <a:bodyPr>
            <a:noAutofit/>
          </a:bodyPr>
          <a:lstStyle>
            <a:lvl1pPr marL="178579" indent="-178579">
              <a:buFont typeface="Arial" panose="020B0604020202020204" pitchFamily="34" charset="0"/>
              <a:buChar char="•"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6" y="2027294"/>
            <a:ext cx="1403595" cy="140170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3740" y="3830604"/>
            <a:ext cx="9688897" cy="419603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083740" y="4285638"/>
            <a:ext cx="9688897" cy="1138858"/>
          </a:xfrm>
        </p:spPr>
        <p:txBody>
          <a:bodyPr>
            <a:noAutofit/>
          </a:bodyPr>
          <a:lstStyle>
            <a:lvl1pPr marL="178579" indent="-178579">
              <a:buFont typeface="Arial" panose="020B0604020202020204" pitchFamily="34" charset="0"/>
              <a:buChar char="•"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9366" y="3907604"/>
            <a:ext cx="1403595" cy="140170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1BC8339-172E-D41B-E906-31446E2F30D4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8211351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513909"/>
            <a:ext cx="3585565" cy="607689"/>
          </a:xfrm>
        </p:spPr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364" y="1330856"/>
            <a:ext cx="2550208" cy="1123494"/>
          </a:xfrm>
        </p:spPr>
        <p:txBody>
          <a:bodyPr>
            <a:noAutofit/>
          </a:bodyPr>
          <a:lstStyle>
            <a:lvl1pPr marL="0" indent="0">
              <a:buNone/>
              <a:defRPr sz="1750"/>
            </a:lvl1pPr>
            <a:lvl2pPr marL="212312" indent="0">
              <a:buNone/>
              <a:defRPr sz="1750"/>
            </a:lvl2pPr>
            <a:lvl3pPr marL="430575" indent="0">
              <a:buNone/>
              <a:defRPr sz="1750"/>
            </a:lvl3pPr>
            <a:lvl4pPr marL="610146" indent="0">
              <a:buNone/>
              <a:defRPr sz="1750"/>
            </a:lvl4pPr>
            <a:lvl5pPr marL="821465" indent="0">
              <a:buNone/>
              <a:defRPr sz="175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044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044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2004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34724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34724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590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30583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0583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11759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26441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26441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936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34044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4044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32004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34724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4724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590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30583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30583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11759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26441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26441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20042" y="2139256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34724" y="2269854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34724" y="2523853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15902" y="2139256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30583" y="2269854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30583" y="2523853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717302" y="76586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731983" y="89645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731983" y="115045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7CB6CD-63CC-D7FD-0CF4-290A06E70C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73902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/>
        </p:nvSpPr>
        <p:spPr>
          <a:xfrm>
            <a:off x="8088977" y="1428753"/>
            <a:ext cx="4103025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365" y="1560431"/>
            <a:ext cx="7261595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419365" y="2537699"/>
            <a:ext cx="7261595" cy="319254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661966"/>
            <a:ext cx="3465183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4" y="2537699"/>
            <a:ext cx="3465183" cy="3192542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/>
        </p:nvCxnSpPr>
        <p:spPr bwMode="auto">
          <a:xfrm>
            <a:off x="8307454" y="2417153"/>
            <a:ext cx="34651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39B51D3-3B21-2AAB-A9FD-BAB43EB824CA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8325FAC4-DB30-54EE-DEDB-3DD2AE0ABC93}"/>
              </a:ext>
            </a:extLst>
          </p:cNvPr>
          <p:cNvSpPr/>
          <p:nvPr/>
        </p:nvSpPr>
        <p:spPr>
          <a:xfrm>
            <a:off x="8088977" y="1428753"/>
            <a:ext cx="4103025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F7991F-E5D2-69AF-0574-D160F25084BF}"/>
              </a:ext>
            </a:extLst>
          </p:cNvPr>
          <p:cNvCxnSpPr>
            <a:cxnSpLocks/>
          </p:cNvCxnSpPr>
          <p:nvPr/>
        </p:nvCxnSpPr>
        <p:spPr bwMode="auto">
          <a:xfrm>
            <a:off x="8307454" y="2417153"/>
            <a:ext cx="34651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61561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367" y="1560431"/>
            <a:ext cx="11353271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419366" y="2537699"/>
            <a:ext cx="11353271" cy="319254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FC7DC1A-6259-3AEB-A8EF-FF5223728A1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</p:spTree>
    <p:extLst>
      <p:ext uri="{BB962C8B-B14F-4D97-AF65-F5344CB8AC3E}">
        <p14:creationId xmlns:p14="http://schemas.microsoft.com/office/powerpoint/2010/main" val="242149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9B7C343-9278-D462-40D5-EBDFE3A21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096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/>
        </p:nvSpPr>
        <p:spPr bwMode="auto">
          <a:xfrm>
            <a:off x="0" y="0"/>
            <a:ext cx="12192000" cy="6195392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0980" y="901462"/>
            <a:ext cx="1129004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45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4125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37F2A-ED47-9A95-5644-5428319D1C22}"/>
              </a:ext>
            </a:extLst>
          </p:cNvPr>
          <p:cNvSpPr/>
          <p:nvPr/>
        </p:nvSpPr>
        <p:spPr bwMode="auto">
          <a:xfrm>
            <a:off x="0" y="0"/>
            <a:ext cx="12192000" cy="6195392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79DBD-B8BB-561B-6131-4C9E090D139F}"/>
              </a:ext>
            </a:extLst>
          </p:cNvPr>
          <p:cNvSpPr/>
          <p:nvPr/>
        </p:nvSpPr>
        <p:spPr>
          <a:xfrm>
            <a:off x="450980" y="901462"/>
            <a:ext cx="1129004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45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4125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9441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513909"/>
            <a:ext cx="3585565" cy="607689"/>
          </a:xfrm>
        </p:spPr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364" y="1330856"/>
            <a:ext cx="2550208" cy="1123494"/>
          </a:xfrm>
        </p:spPr>
        <p:txBody>
          <a:bodyPr>
            <a:noAutofit/>
          </a:bodyPr>
          <a:lstStyle>
            <a:lvl1pPr marL="0" indent="0">
              <a:buNone/>
              <a:defRPr sz="1750"/>
            </a:lvl1pPr>
            <a:lvl2pPr marL="212312" indent="0">
              <a:buNone/>
              <a:defRPr sz="1750"/>
            </a:lvl2pPr>
            <a:lvl3pPr marL="430575" indent="0">
              <a:buNone/>
              <a:defRPr sz="1750"/>
            </a:lvl3pPr>
            <a:lvl4pPr marL="610146" indent="0">
              <a:buNone/>
              <a:defRPr sz="1750"/>
            </a:lvl4pPr>
            <a:lvl5pPr marL="821465" indent="0">
              <a:buNone/>
              <a:defRPr sz="175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044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4044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2004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34724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34724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5902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30583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0583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11759" y="480060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26441" y="493119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26441" y="518519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936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34044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4044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32004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34724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4724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5902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30583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30583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11759" y="3467847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26441" y="3598443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26441" y="3852444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20042" y="2139256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34724" y="2269854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34724" y="2523853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15902" y="2139256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30583" y="2269854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30583" y="2523853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717302" y="765861"/>
            <a:ext cx="938175" cy="9369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731983" y="896459"/>
            <a:ext cx="1535528" cy="314477"/>
          </a:xfrm>
        </p:spPr>
        <p:txBody>
          <a:bodyPr>
            <a:noAutofit/>
          </a:bodyPr>
          <a:lstStyle>
            <a:lvl1pPr marL="0" indent="0">
              <a:buNone/>
              <a:defRPr sz="938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731983" y="1150459"/>
            <a:ext cx="1535528" cy="489858"/>
          </a:xfrm>
        </p:spPr>
        <p:txBody>
          <a:bodyPr>
            <a:noAutofit/>
          </a:bodyPr>
          <a:lstStyle>
            <a:lvl1pPr marL="0" indent="0">
              <a:buNone/>
              <a:defRPr sz="812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72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78" y="0"/>
            <a:ext cx="4512623" cy="602512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813" y="1098863"/>
            <a:ext cx="5306379" cy="1063698"/>
          </a:xfrm>
        </p:spPr>
        <p:txBody>
          <a:bodyPr lIns="91440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813" y="2463154"/>
            <a:ext cx="5306379" cy="758617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87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920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/>
        </p:nvSpPr>
        <p:spPr bwMode="auto">
          <a:xfrm>
            <a:off x="-15140" y="0"/>
            <a:ext cx="12191983" cy="68580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/>
        </p:nvSpPr>
        <p:spPr>
          <a:xfrm>
            <a:off x="6096001" y="5252391"/>
            <a:ext cx="609600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5140" y="1895934"/>
            <a:ext cx="12191983" cy="305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121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791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0258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67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60258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7122584" y="3082298"/>
            <a:ext cx="5069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22583" y="1275186"/>
            <a:ext cx="4650052" cy="1709079"/>
          </a:xfrm>
        </p:spPr>
        <p:txBody>
          <a:bodyPr>
            <a:noAutofit/>
          </a:bodyPr>
          <a:lstStyle>
            <a:lvl1pPr algn="l" defTabSz="91432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25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2583" y="3297470"/>
            <a:ext cx="4650052" cy="758617"/>
          </a:xfrm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432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366" y="1697359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9366" y="2424830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9365" y="3152301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365" y="3879774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365" y="4607245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365" y="5334715"/>
            <a:ext cx="2073348" cy="424656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2078" y="1697359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2078" y="2424830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12078" y="3152301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2078" y="3879774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2078" y="4607245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2078" y="5334715"/>
            <a:ext cx="8860559" cy="424656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958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2210754"/>
            <a:ext cx="11353272" cy="3511256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6" y="1633860"/>
            <a:ext cx="11353271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40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1875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5" y="2210754"/>
            <a:ext cx="5555159" cy="3511256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 marL="212312" indent="0">
              <a:buNone/>
              <a:defRPr sz="1125"/>
            </a:lvl2pPr>
            <a:lvl3pPr marL="430575" indent="0">
              <a:buNone/>
              <a:defRPr sz="1125"/>
            </a:lvl3pPr>
            <a:lvl4pPr marL="610146" indent="0">
              <a:buNone/>
              <a:defRPr sz="1125"/>
            </a:lvl4pPr>
            <a:lvl5pPr marL="821465" indent="0">
              <a:buNone/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367" y="1633860"/>
            <a:ext cx="5555157" cy="497417"/>
          </a:xfrm>
        </p:spPr>
        <p:txBody>
          <a:bodyPr/>
          <a:lstStyle>
            <a:lvl1pPr marL="0" indent="0">
              <a:buNone/>
              <a:defRPr sz="17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17478" y="2210754"/>
            <a:ext cx="5555159" cy="3511256"/>
          </a:xfrm>
        </p:spPr>
        <p:txBody>
          <a:bodyPr>
            <a:noAutofit/>
          </a:bodyPr>
          <a:lstStyle>
            <a:lvl1pPr marL="0" indent="0">
              <a:buNone/>
              <a:defRPr sz="1125"/>
            </a:lvl1pPr>
            <a:lvl2pPr marL="212312" indent="0">
              <a:buNone/>
              <a:defRPr sz="1125"/>
            </a:lvl2pPr>
            <a:lvl3pPr marL="430575" indent="0">
              <a:buNone/>
              <a:defRPr sz="1125"/>
            </a:lvl3pPr>
            <a:lvl4pPr marL="610146" indent="0">
              <a:buNone/>
              <a:defRPr sz="1125"/>
            </a:lvl4pPr>
            <a:lvl5pPr marL="821465" indent="0">
              <a:buNone/>
              <a:defRPr sz="11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7479" y="1633860"/>
            <a:ext cx="5555157" cy="497417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854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4700" y="939334"/>
            <a:ext cx="4572000" cy="848265"/>
          </a:xfrm>
        </p:spPr>
        <p:txBody>
          <a:bodyPr>
            <a:noAutofit/>
          </a:bodyPr>
          <a:lstStyle>
            <a:lvl1pPr>
              <a:defRPr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702" y="1921199"/>
            <a:ext cx="4639961" cy="3696724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95749" y="0"/>
            <a:ext cx="2815168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825" y="2085716"/>
            <a:ext cx="2950104" cy="1816364"/>
          </a:xfrm>
        </p:spPr>
        <p:txBody>
          <a:bodyPr/>
          <a:lstStyle>
            <a:lvl1pPr marL="0" indent="0">
              <a:buNone/>
              <a:defRPr sz="1875">
                <a:solidFill>
                  <a:schemeClr val="bg1"/>
                </a:solidFill>
                <a:latin typeface="+mj-lt"/>
              </a:defRPr>
            </a:lvl1pPr>
            <a:lvl2pPr>
              <a:defRPr sz="2500">
                <a:solidFill>
                  <a:schemeClr val="bg1"/>
                </a:solidFill>
                <a:latin typeface="+mj-lt"/>
              </a:defRPr>
            </a:lvl2pPr>
            <a:lvl3pPr>
              <a:defRPr sz="2500">
                <a:solidFill>
                  <a:schemeClr val="bg1"/>
                </a:solidFill>
                <a:latin typeface="+mj-lt"/>
              </a:defRPr>
            </a:lvl3pPr>
            <a:lvl4pPr>
              <a:defRPr sz="25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656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4700" y="939334"/>
            <a:ext cx="4572000" cy="848265"/>
          </a:xfrm>
        </p:spPr>
        <p:txBody>
          <a:bodyPr>
            <a:noAutofit/>
          </a:bodyPr>
          <a:lstStyle>
            <a:lvl1pPr>
              <a:defRPr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702" y="1921199"/>
            <a:ext cx="4639961" cy="3696724"/>
          </a:xfrm>
        </p:spPr>
        <p:txBody>
          <a:bodyPr>
            <a:noAutofit/>
          </a:bodyPr>
          <a:lstStyle>
            <a:lvl1pPr marL="0" indent="0">
              <a:buNone/>
              <a:defRPr sz="1063"/>
            </a:lvl1pPr>
            <a:lvl2pPr marL="212312" indent="0">
              <a:buNone/>
              <a:defRPr sz="1063"/>
            </a:lvl2pPr>
            <a:lvl3pPr marL="430575" indent="0">
              <a:buNone/>
              <a:defRPr sz="1063"/>
            </a:lvl3pPr>
            <a:lvl4pPr marL="610146" indent="0">
              <a:buNone/>
              <a:defRPr sz="1063"/>
            </a:lvl4pPr>
            <a:lvl5pPr marL="821465" indent="0">
              <a:buNone/>
              <a:defRPr sz="106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95749" y="0"/>
            <a:ext cx="2815168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1" y="0"/>
            <a:ext cx="409574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825" y="2085716"/>
            <a:ext cx="2950104" cy="1816364"/>
          </a:xfrm>
        </p:spPr>
        <p:txBody>
          <a:bodyPr/>
          <a:lstStyle>
            <a:lvl1pPr marL="0" indent="0">
              <a:buNone/>
              <a:defRPr sz="1875">
                <a:solidFill>
                  <a:schemeClr val="bg1"/>
                </a:solidFill>
                <a:latin typeface="+mj-lt"/>
              </a:defRPr>
            </a:lvl1pPr>
            <a:lvl2pPr>
              <a:defRPr sz="2500">
                <a:solidFill>
                  <a:schemeClr val="bg1"/>
                </a:solidFill>
                <a:latin typeface="+mj-lt"/>
              </a:defRPr>
            </a:lvl2pPr>
            <a:lvl3pPr>
              <a:defRPr sz="2500">
                <a:solidFill>
                  <a:schemeClr val="bg1"/>
                </a:solidFill>
                <a:latin typeface="+mj-lt"/>
              </a:defRPr>
            </a:lvl3pPr>
            <a:lvl4pPr>
              <a:defRPr sz="25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687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4" y="1915583"/>
            <a:ext cx="4923739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450423" y="1915583"/>
            <a:ext cx="5307663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2692346"/>
            <a:ext cx="4923741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2692346"/>
            <a:ext cx="5307660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771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1915584"/>
            <a:ext cx="4923741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1915584"/>
            <a:ext cx="5307660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650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4" y="1915583"/>
            <a:ext cx="4923739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450423" y="1915583"/>
            <a:ext cx="5307663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2692346"/>
            <a:ext cx="4923741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2692346"/>
            <a:ext cx="5307660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225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4" y="1915584"/>
            <a:ext cx="4923741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6450422" y="1915584"/>
            <a:ext cx="5307660" cy="333375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267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3" y="1915583"/>
            <a:ext cx="3142908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20958" y="1915583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3" y="2692346"/>
            <a:ext cx="3142908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4520955" y="2692346"/>
            <a:ext cx="3142907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917306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3" y="2692345"/>
            <a:ext cx="3142907" cy="2556988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781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4792931" y="2166938"/>
            <a:ext cx="6979680" cy="2594560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250"/>
            </a:lvl1pPr>
            <a:lvl2pPr marL="212312" indent="0">
              <a:lnSpc>
                <a:spcPct val="150000"/>
              </a:lnSpc>
              <a:buNone/>
              <a:defRPr sz="1250"/>
            </a:lvl2pPr>
            <a:lvl3pPr marL="430575" indent="0">
              <a:lnSpc>
                <a:spcPct val="150000"/>
              </a:lnSpc>
              <a:buNone/>
              <a:defRPr sz="1250"/>
            </a:lvl3pPr>
            <a:lvl4pPr marL="610146" indent="0">
              <a:lnSpc>
                <a:spcPct val="150000"/>
              </a:lnSpc>
              <a:buNone/>
              <a:defRPr sz="1250"/>
            </a:lvl4pPr>
            <a:lvl5pPr marL="821465" indent="0">
              <a:lnSpc>
                <a:spcPct val="150000"/>
              </a:lnSpc>
              <a:buNone/>
              <a:defRPr sz="12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581261" y="1619253"/>
            <a:ext cx="0" cy="40619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932" y="4849739"/>
            <a:ext cx="3827199" cy="304176"/>
          </a:xfrm>
        </p:spPr>
        <p:txBody>
          <a:bodyPr anchor="b">
            <a:noAutofit/>
          </a:bodyPr>
          <a:lstStyle>
            <a:lvl1pPr marL="0" indent="0" algn="l">
              <a:buNone/>
              <a:defRPr sz="10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2932" y="5132391"/>
            <a:ext cx="3827199" cy="6226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212312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43057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610146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82146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1263" y="667879"/>
            <a:ext cx="7191348" cy="505485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095751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930" y="1619253"/>
            <a:ext cx="350565" cy="35056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solidFill>
                  <a:schemeClr val="bg1"/>
                </a:solidFill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257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/>
        </p:nvSpPr>
        <p:spPr>
          <a:xfrm>
            <a:off x="0" y="2"/>
            <a:ext cx="12192000" cy="602588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4534527" y="1728725"/>
            <a:ext cx="7170291" cy="394823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1pPr>
            <a:lvl2pPr marL="212312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2pPr>
            <a:lvl3pPr marL="430575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3pPr>
            <a:lvl4pPr marL="610146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4pPr>
            <a:lvl5pPr marL="821465" indent="0">
              <a:lnSpc>
                <a:spcPct val="150000"/>
              </a:lnSpc>
              <a:buNone/>
              <a:defRPr sz="12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4207133" y="742825"/>
            <a:ext cx="0" cy="49384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921" y="4749805"/>
            <a:ext cx="3345823" cy="304176"/>
          </a:xfrm>
        </p:spPr>
        <p:txBody>
          <a:bodyPr anchor="b">
            <a:noAutofit/>
          </a:bodyPr>
          <a:lstStyle>
            <a:lvl1pPr marL="0" indent="0" algn="l">
              <a:buNone/>
              <a:defRPr sz="10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33921" y="5032459"/>
            <a:ext cx="3345823" cy="6487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212312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43057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610146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821465" indent="0" algn="l">
              <a:spcBef>
                <a:spcPts val="0"/>
              </a:spcBef>
              <a:spcAft>
                <a:spcPts val="375"/>
              </a:spcAft>
              <a:buNone/>
              <a:defRPr sz="10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19" y="1181039"/>
            <a:ext cx="3345819" cy="2341651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4527" y="1181040"/>
            <a:ext cx="350565" cy="350565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60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083740" y="1950295"/>
            <a:ext cx="9688897" cy="419603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083740" y="2405328"/>
            <a:ext cx="9688897" cy="1138858"/>
          </a:xfrm>
        </p:spPr>
        <p:txBody>
          <a:bodyPr>
            <a:noAutofit/>
          </a:bodyPr>
          <a:lstStyle>
            <a:lvl1pPr marL="178579" indent="-178579">
              <a:buFont typeface="Arial" panose="020B0604020202020204" pitchFamily="34" charset="0"/>
              <a:buChar char="•"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9366" y="2027294"/>
            <a:ext cx="1403595" cy="140170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3740" y="3830604"/>
            <a:ext cx="9688897" cy="419603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083740" y="4285638"/>
            <a:ext cx="9688897" cy="1138858"/>
          </a:xfrm>
        </p:spPr>
        <p:txBody>
          <a:bodyPr>
            <a:noAutofit/>
          </a:bodyPr>
          <a:lstStyle>
            <a:lvl1pPr marL="178579" indent="-178579">
              <a:buFont typeface="Arial" panose="020B0604020202020204" pitchFamily="34" charset="0"/>
              <a:buChar char="•"/>
              <a:defRPr sz="1000"/>
            </a:lvl1pPr>
            <a:lvl2pPr marL="212312" indent="0">
              <a:buNone/>
              <a:defRPr sz="1000"/>
            </a:lvl2pPr>
            <a:lvl3pPr marL="430575" indent="0">
              <a:buNone/>
              <a:defRPr sz="1000"/>
            </a:lvl3pPr>
            <a:lvl4pPr marL="610146" indent="0">
              <a:buNone/>
              <a:defRPr sz="1000"/>
            </a:lvl4pPr>
            <a:lvl5pPr marL="821465" indent="0">
              <a:buNone/>
              <a:defRPr sz="10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9366" y="3907604"/>
            <a:ext cx="1403595" cy="140170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641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/>
        </p:nvSpPr>
        <p:spPr>
          <a:xfrm>
            <a:off x="8088977" y="1428753"/>
            <a:ext cx="4103025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365" y="1560431"/>
            <a:ext cx="7261595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419365" y="2537699"/>
            <a:ext cx="7261595" cy="319254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661966"/>
            <a:ext cx="3465183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4" y="2537699"/>
            <a:ext cx="3465183" cy="3192542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/>
        </p:nvCxnSpPr>
        <p:spPr bwMode="auto">
          <a:xfrm>
            <a:off x="8307454" y="2417153"/>
            <a:ext cx="34651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777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367" y="1560431"/>
            <a:ext cx="11353271" cy="635000"/>
          </a:xfrm>
        </p:spPr>
        <p:txBody>
          <a:bodyPr anchor="b">
            <a:noAutofit/>
          </a:bodyPr>
          <a:lstStyle>
            <a:lvl1pPr marL="0" indent="0">
              <a:buNone/>
              <a:defRPr sz="17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419366" y="2537699"/>
            <a:ext cx="11353271" cy="319254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2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/>
        </p:nvSpPr>
        <p:spPr bwMode="auto">
          <a:xfrm>
            <a:off x="0" y="0"/>
            <a:ext cx="12192000" cy="6195392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0980" y="901462"/>
            <a:ext cx="1129004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45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45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45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4125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1316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428753"/>
            <a:ext cx="12192000" cy="4597137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125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84695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738343" y="1915583"/>
            <a:ext cx="3142908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20958" y="1915583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738343" y="2692346"/>
            <a:ext cx="3142908" cy="2556988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4520955" y="2692346"/>
            <a:ext cx="3142907" cy="2556988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8488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01103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987600" y="1915583"/>
            <a:ext cx="0" cy="33337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454" y="1917306"/>
            <a:ext cx="3142909" cy="635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625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07453" y="2692345"/>
            <a:ext cx="3142907" cy="2556988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491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364" y="1092200"/>
            <a:ext cx="11353272" cy="49147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9367" y="274638"/>
            <a:ext cx="11353271" cy="576428"/>
          </a:xfrm>
        </p:spPr>
        <p:txBody>
          <a:bodyPr lIns="91440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2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367" y="274638"/>
            <a:ext cx="11353271" cy="846958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364" y="1330855"/>
            <a:ext cx="11353272" cy="4684448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CD1BD-900A-1A6F-2F38-79EDEEF8751C}"/>
              </a:ext>
            </a:extLst>
          </p:cNvPr>
          <p:cNvPicPr>
            <a:picLocks noChangeAspect="1"/>
          </p:cNvPicPr>
          <p:nvPr/>
        </p:nvPicPr>
        <p:blipFill>
          <a:blip r:embed="rId6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9CA715-8D56-4F91-24BE-86E7EF448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259" y="6449237"/>
            <a:ext cx="2286000" cy="173441"/>
          </a:xfrm>
          <a:prstGeom prst="rect">
            <a:avLst/>
          </a:prstGeom>
        </p:spPr>
        <p:txBody>
          <a:bodyPr/>
          <a:lstStyle>
            <a:lvl1pPr>
              <a:defRPr sz="625">
                <a:latin typeface="+mn-lt"/>
              </a:defRPr>
            </a:lvl1pPr>
          </a:lstStyle>
          <a:p>
            <a:fld id="{276B85A6-E44F-40E6-A7A2-53F176364C9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C4B672-1FD1-7224-E47A-C18E25AE291C}"/>
              </a:ext>
            </a:extLst>
          </p:cNvPr>
          <p:cNvPicPr>
            <a:picLocks noChangeAspect="1"/>
          </p:cNvPicPr>
          <p:nvPr/>
        </p:nvPicPr>
        <p:blipFill>
          <a:blip r:embed="rId6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8116" y="6243854"/>
            <a:ext cx="1473627" cy="378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68779-ED2F-79AC-C04F-CBB86614977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917" y="6678086"/>
            <a:ext cx="1292491" cy="961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2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- 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0012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</p:sldLayoutIdLst>
  <p:txStyles>
    <p:titleStyle>
      <a:lvl1pPr algn="l" defTabSz="914327" rtl="0" eaLnBrk="1" latinLnBrk="0" hangingPunct="1">
        <a:spcBef>
          <a:spcPct val="0"/>
        </a:spcBef>
        <a:buNone/>
        <a:defRPr lang="en-US" sz="1875" kern="1200" cap="none" baseline="0" dirty="0">
          <a:solidFill>
            <a:schemeClr val="accent3"/>
          </a:solidFill>
          <a:latin typeface="+mj-lt"/>
          <a:ea typeface="Times" pitchFamily="2" charset="0"/>
          <a:cs typeface="Times" pitchFamily="2" charset="0"/>
        </a:defRPr>
      </a:lvl1pPr>
    </p:titleStyle>
    <p:bodyStyle>
      <a:lvl1pPr marL="140879" indent="-140879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tabLst>
          <a:tab pos="140879" algn="l"/>
        </a:tabLst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1pPr>
      <a:lvl2pPr marL="391883" indent="-179573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2pPr>
      <a:lvl3pPr marL="571455" indent="-140879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3pPr>
      <a:lvl4pPr marL="783765" indent="-173619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4pPr>
      <a:lvl5pPr marL="963337" indent="-141872" algn="l" defTabSz="914327" rtl="0" eaLnBrk="1" latinLnBrk="0" hangingPunct="1">
        <a:lnSpc>
          <a:spcPct val="100000"/>
        </a:lnSpc>
        <a:spcBef>
          <a:spcPts val="375"/>
        </a:spcBef>
        <a:spcAft>
          <a:spcPts val="375"/>
        </a:spcAft>
        <a:buClr>
          <a:schemeClr val="bg1">
            <a:lumMod val="50000"/>
          </a:schemeClr>
        </a:buClr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5pPr>
      <a:lvl6pPr marL="2514399" indent="-228582" algn="l" defTabSz="9143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62" indent="-228582" algn="l" defTabSz="9143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26" indent="-228582" algn="l" defTabSz="9143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90" indent="-228582" algn="l" defTabSz="91432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2pPr>
      <a:lvl3pPr marL="914327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1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3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7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6pPr>
      <a:lvl7pPr marL="2742981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7pPr>
      <a:lvl8pPr marL="3200144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8" algn="l" defTabSz="914327" rtl="0" eaLnBrk="1" latinLnBrk="0" hangingPunct="1">
        <a:defRPr sz="18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90B6-BA8E-1F2D-BDFD-EC87A916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1BC5-0983-3658-2B89-99397BD6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523" y="592708"/>
            <a:ext cx="8514953" cy="620473"/>
          </a:xfrm>
        </p:spPr>
        <p:txBody>
          <a:bodyPr/>
          <a:lstStyle/>
          <a:p>
            <a:r>
              <a:rPr lang="en-US" sz="2600" dirty="0">
                <a:solidFill>
                  <a:srgbClr val="3C7E8B"/>
                </a:solidFill>
              </a:rPr>
              <a:t>Signal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0B5EA-5D5B-E4B5-682B-7C09CF551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505610" y="1261473"/>
            <a:ext cx="2627867" cy="2678992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506E9FB2-58D3-8F20-9FF5-1FB6E613BEC4}"/>
              </a:ext>
            </a:extLst>
          </p:cNvPr>
          <p:cNvSpPr/>
          <p:nvPr/>
        </p:nvSpPr>
        <p:spPr bwMode="auto">
          <a:xfrm>
            <a:off x="7225070" y="2074508"/>
            <a:ext cx="500742" cy="696686"/>
          </a:xfrm>
          <a:prstGeom prst="rightArrow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848038-8FC6-5491-0B27-F52CFC121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51" r="10494"/>
          <a:stretch>
            <a:fillRect/>
          </a:stretch>
        </p:blipFill>
        <p:spPr>
          <a:xfrm>
            <a:off x="7828289" y="1233474"/>
            <a:ext cx="2627868" cy="2474326"/>
          </a:xfrm>
          <a:prstGeom prst="rect">
            <a:avLst/>
          </a:prstGeom>
        </p:spPr>
      </p:pic>
      <p:pic>
        <p:nvPicPr>
          <p:cNvPr id="10" name="Picture 4" descr="PXIe-4190 - NI">
            <a:extLst>
              <a:ext uri="{FF2B5EF4-FFF2-40B4-BE49-F238E27FC236}">
                <a16:creationId xmlns:a16="http://schemas.microsoft.com/office/drawing/2014/main" id="{301AEB3B-6F21-EB50-C1C6-739EF838AE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8695" t="17467" r="23078" b="5439"/>
          <a:stretch>
            <a:fillRect/>
          </a:stretch>
        </p:blipFill>
        <p:spPr bwMode="auto">
          <a:xfrm>
            <a:off x="1605214" y="1439176"/>
            <a:ext cx="2194804" cy="21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CB2D43EA-E4AE-6FDF-0FA8-1DD469EC206C}"/>
              </a:ext>
            </a:extLst>
          </p:cNvPr>
          <p:cNvSpPr/>
          <p:nvPr/>
        </p:nvSpPr>
        <p:spPr bwMode="auto">
          <a:xfrm>
            <a:off x="3917783" y="2074508"/>
            <a:ext cx="500742" cy="696686"/>
          </a:xfrm>
          <a:prstGeom prst="rightArrow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12" name="Chart Placeholder 3">
            <a:extLst>
              <a:ext uri="{FF2B5EF4-FFF2-40B4-BE49-F238E27FC236}">
                <a16:creationId xmlns:a16="http://schemas.microsoft.com/office/drawing/2014/main" id="{95531B6F-9D0D-358C-CE57-3194E6EF6A50}"/>
              </a:ext>
            </a:extLst>
          </p:cNvPr>
          <p:cNvSpPr txBox="1">
            <a:spLocks/>
          </p:cNvSpPr>
          <p:nvPr/>
        </p:nvSpPr>
        <p:spPr>
          <a:xfrm>
            <a:off x="2209801" y="3885337"/>
            <a:ext cx="1187705" cy="413657"/>
          </a:xfrm>
          <a:prstGeom prst="rect">
            <a:avLst/>
          </a:prstGeom>
        </p:spPr>
        <p:txBody>
          <a:bodyPr/>
          <a:lstStyle>
            <a:lvl1pPr marL="140879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140879" algn="l"/>
              </a:tabLst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75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+mj-lt"/>
              </a:rPr>
              <a:t>Module</a:t>
            </a:r>
          </a:p>
        </p:txBody>
      </p:sp>
      <p:sp>
        <p:nvSpPr>
          <p:cNvPr id="13" name="Chart Placeholder 3">
            <a:extLst>
              <a:ext uri="{FF2B5EF4-FFF2-40B4-BE49-F238E27FC236}">
                <a16:creationId xmlns:a16="http://schemas.microsoft.com/office/drawing/2014/main" id="{D4BD7C5C-3FDB-741E-9B86-CFE6E638FBA3}"/>
              </a:ext>
            </a:extLst>
          </p:cNvPr>
          <p:cNvSpPr txBox="1">
            <a:spLocks/>
          </p:cNvSpPr>
          <p:nvPr/>
        </p:nvSpPr>
        <p:spPr>
          <a:xfrm>
            <a:off x="4718419" y="3885338"/>
            <a:ext cx="2202246" cy="413657"/>
          </a:xfrm>
          <a:prstGeom prst="rect">
            <a:avLst/>
          </a:prstGeom>
        </p:spPr>
        <p:txBody>
          <a:bodyPr/>
          <a:lstStyle>
            <a:lvl1pPr marL="140879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140879" algn="l"/>
              </a:tabLst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75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+mj-lt"/>
              </a:rPr>
              <a:t>Cable</a:t>
            </a:r>
          </a:p>
        </p:txBody>
      </p:sp>
      <p:sp>
        <p:nvSpPr>
          <p:cNvPr id="14" name="Chart Placeholder 3">
            <a:extLst>
              <a:ext uri="{FF2B5EF4-FFF2-40B4-BE49-F238E27FC236}">
                <a16:creationId xmlns:a16="http://schemas.microsoft.com/office/drawing/2014/main" id="{E37FBAD7-3352-7289-CE54-F7DA9397F8FE}"/>
              </a:ext>
            </a:extLst>
          </p:cNvPr>
          <p:cNvSpPr txBox="1">
            <a:spLocks/>
          </p:cNvSpPr>
          <p:nvPr/>
        </p:nvSpPr>
        <p:spPr>
          <a:xfrm>
            <a:off x="8041100" y="3820208"/>
            <a:ext cx="2202246" cy="513266"/>
          </a:xfrm>
          <a:prstGeom prst="rect">
            <a:avLst/>
          </a:prstGeom>
        </p:spPr>
        <p:txBody>
          <a:bodyPr/>
          <a:lstStyle>
            <a:lvl1pPr marL="140879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140879" algn="l"/>
              </a:tabLst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975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+mj-lt"/>
              </a:rPr>
              <a:t>Device Interface Board (DIB)</a:t>
            </a:r>
          </a:p>
        </p:txBody>
      </p:sp>
    </p:spTree>
    <p:extLst>
      <p:ext uri="{BB962C8B-B14F-4D97-AF65-F5344CB8AC3E}">
        <p14:creationId xmlns:p14="http://schemas.microsoft.com/office/powerpoint/2010/main" val="278813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87C86F-32E6-6424-DD46-7D70A3EE5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26" y="501930"/>
            <a:ext cx="5810948" cy="2545635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B08FDF-A36B-3F36-F399-EA052605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526" y="3201152"/>
            <a:ext cx="5810948" cy="2860866"/>
          </a:xfrm>
          <a:prstGeom prst="rect">
            <a:avLst/>
          </a:prstGeo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0FF2AA-3DE1-2042-8BCB-08F77BBD3EF7}"/>
              </a:ext>
            </a:extLst>
          </p:cNvPr>
          <p:cNvSpPr>
            <a:spLocks noChangeAspect="1"/>
          </p:cNvSpPr>
          <p:nvPr/>
        </p:nvSpPr>
        <p:spPr bwMode="auto">
          <a:xfrm>
            <a:off x="2188028" y="348342"/>
            <a:ext cx="8218715" cy="5870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57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9C31F-4750-F158-578C-422D936A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1ED2C6-7337-B831-F2BC-575B1FCB02AC}"/>
              </a:ext>
            </a:extLst>
          </p:cNvPr>
          <p:cNvSpPr>
            <a:spLocks noChangeAspect="1"/>
          </p:cNvSpPr>
          <p:nvPr/>
        </p:nvSpPr>
        <p:spPr bwMode="auto">
          <a:xfrm>
            <a:off x="1398691" y="150447"/>
            <a:ext cx="9394619" cy="6710442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B57F6B2-F301-ED20-10EA-5B2B24332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792" y="1078894"/>
            <a:ext cx="4884232" cy="4789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4B359-0D4E-26A4-A3F5-7BB09E1D8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99828" y="887664"/>
            <a:ext cx="2380923" cy="355841"/>
          </a:xfrm>
        </p:spPr>
        <p:txBody>
          <a:bodyPr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Long PCB Traces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9C4CC-0424-3492-DACC-2C8B40E0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58"/>
          <a:stretch>
            <a:fillRect/>
          </a:stretch>
        </p:blipFill>
        <p:spPr>
          <a:xfrm>
            <a:off x="8215327" y="1307164"/>
            <a:ext cx="2340864" cy="10273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178DA3-4001-9449-B132-475B5F3DF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377" y="3271139"/>
            <a:ext cx="2340864" cy="8284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11F0A0-EB27-CCCE-B399-A9DD13EC0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537" y="4160876"/>
            <a:ext cx="1088128" cy="10420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C5818A-FE81-D9C8-2431-EFA194800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0266" y="5487776"/>
            <a:ext cx="1327731" cy="1115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20A6FF-DE31-CC51-01C1-C21BC380B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3532" y="2734056"/>
            <a:ext cx="1152324" cy="117219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A6F98E6-8046-D136-E6CE-CC9729389B0E}"/>
              </a:ext>
            </a:extLst>
          </p:cNvPr>
          <p:cNvSpPr/>
          <p:nvPr/>
        </p:nvSpPr>
        <p:spPr bwMode="auto">
          <a:xfrm>
            <a:off x="8169607" y="920738"/>
            <a:ext cx="2411144" cy="1520710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1EF532-1B05-21D6-EB9A-059F07ACE7D0}"/>
              </a:ext>
            </a:extLst>
          </p:cNvPr>
          <p:cNvSpPr/>
          <p:nvPr/>
        </p:nvSpPr>
        <p:spPr bwMode="auto">
          <a:xfrm>
            <a:off x="8173024" y="2734057"/>
            <a:ext cx="2408489" cy="2551175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EB6FBA8-9E1F-F75F-D35D-7BDD2E4C1F9B}"/>
              </a:ext>
            </a:extLst>
          </p:cNvPr>
          <p:cNvSpPr txBox="1">
            <a:spLocks/>
          </p:cNvSpPr>
          <p:nvPr/>
        </p:nvSpPr>
        <p:spPr>
          <a:xfrm>
            <a:off x="8169607" y="2738435"/>
            <a:ext cx="2419261" cy="355841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140879" algn="l"/>
              </a:tabLst>
              <a:defRPr sz="175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FFFFF">
                  <a:lumMod val="50000"/>
                </a:srgbClr>
              </a:buClr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Switching </a:t>
            </a:r>
            <a:r>
              <a:rPr lang="en-US" sz="1600" b="1" dirty="0" err="1">
                <a:solidFill>
                  <a:srgbClr val="FFFFFF"/>
                </a:solidFill>
                <a:latin typeface="Arial"/>
              </a:rPr>
              <a:t>Parasitics</a:t>
            </a:r>
            <a:endParaRPr lang="en-US"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2A9CE5D-C967-D504-43AC-448E2075A5A4}"/>
              </a:ext>
            </a:extLst>
          </p:cNvPr>
          <p:cNvSpPr txBox="1">
            <a:spLocks/>
          </p:cNvSpPr>
          <p:nvPr/>
        </p:nvSpPr>
        <p:spPr>
          <a:xfrm>
            <a:off x="2264664" y="4908776"/>
            <a:ext cx="1500392" cy="54818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91440" rIns="91440" bIns="45720" rtlCol="0">
            <a:noAutofit/>
          </a:bodyPr>
          <a:lstStyle>
            <a:lvl1pPr marL="0" indent="0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140879" algn="l"/>
              </a:tabLst>
              <a:defRPr sz="175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FFFFF">
                  <a:lumMod val="50000"/>
                </a:srgbClr>
              </a:buClr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Adjacent GND Floods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76D89-773F-180A-B100-11FC104A9B2E}"/>
              </a:ext>
            </a:extLst>
          </p:cNvPr>
          <p:cNvSpPr/>
          <p:nvPr/>
        </p:nvSpPr>
        <p:spPr bwMode="auto">
          <a:xfrm>
            <a:off x="2216854" y="4938272"/>
            <a:ext cx="1548203" cy="1672840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FF40B36A-AA49-7B46-2578-B68ADE8D0FFB}"/>
              </a:ext>
            </a:extLst>
          </p:cNvPr>
          <p:cNvSpPr txBox="1">
            <a:spLocks/>
          </p:cNvSpPr>
          <p:nvPr/>
        </p:nvSpPr>
        <p:spPr>
          <a:xfrm>
            <a:off x="1625209" y="2104862"/>
            <a:ext cx="1700066" cy="557008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140879" algn="l"/>
              </a:tabLst>
              <a:defRPr sz="175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FFFFF">
                  <a:lumMod val="50000"/>
                </a:srgbClr>
              </a:buClr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Board-to-Board Connection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BE1EAC-5CFF-8D3C-01AC-E08961570287}"/>
              </a:ext>
            </a:extLst>
          </p:cNvPr>
          <p:cNvSpPr/>
          <p:nvPr/>
        </p:nvSpPr>
        <p:spPr bwMode="auto">
          <a:xfrm>
            <a:off x="1625210" y="2145345"/>
            <a:ext cx="1663583" cy="1862434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7CAEA5CA-C2F8-43A0-055C-027F84E59563}"/>
              </a:ext>
            </a:extLst>
          </p:cNvPr>
          <p:cNvSpPr/>
          <p:nvPr/>
        </p:nvSpPr>
        <p:spPr bwMode="auto">
          <a:xfrm>
            <a:off x="7886143" y="1680698"/>
            <a:ext cx="370400" cy="26273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B797059E-CD73-72B1-4038-526F78C92B63}"/>
              </a:ext>
            </a:extLst>
          </p:cNvPr>
          <p:cNvSpPr/>
          <p:nvPr/>
        </p:nvSpPr>
        <p:spPr bwMode="auto">
          <a:xfrm>
            <a:off x="7930012" y="3076563"/>
            <a:ext cx="370400" cy="26273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Arrow: Left 30">
            <a:extLst>
              <a:ext uri="{FF2B5EF4-FFF2-40B4-BE49-F238E27FC236}">
                <a16:creationId xmlns:a16="http://schemas.microsoft.com/office/drawing/2014/main" id="{FC009045-BB6A-B361-C77A-3D399CCD081A}"/>
              </a:ext>
            </a:extLst>
          </p:cNvPr>
          <p:cNvSpPr/>
          <p:nvPr/>
        </p:nvSpPr>
        <p:spPr bwMode="auto">
          <a:xfrm rot="10800000">
            <a:off x="3140075" y="3685362"/>
            <a:ext cx="370400" cy="26273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79A7FDCA-7919-691D-C981-AA07FABFE570}"/>
              </a:ext>
            </a:extLst>
          </p:cNvPr>
          <p:cNvSpPr/>
          <p:nvPr/>
        </p:nvSpPr>
        <p:spPr bwMode="auto">
          <a:xfrm rot="9273127">
            <a:off x="3657484" y="4743617"/>
            <a:ext cx="1054544" cy="26273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0161F949-8D9D-9804-F980-991ED1929D72}"/>
              </a:ext>
            </a:extLst>
          </p:cNvPr>
          <p:cNvSpPr txBox="1">
            <a:spLocks/>
          </p:cNvSpPr>
          <p:nvPr/>
        </p:nvSpPr>
        <p:spPr>
          <a:xfrm>
            <a:off x="8199828" y="4544939"/>
            <a:ext cx="1219311" cy="520309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140879" algn="l"/>
              </a:tabLst>
              <a:defRPr sz="175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391883" indent="-179573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571455" indent="-14087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783765" indent="-173619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963337" indent="-141872" algn="l" defTabSz="914327" rtl="0" eaLnBrk="1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2514399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62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26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90" indent="-228582" algn="l" defTabSz="9143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FFFFF">
                  <a:lumMod val="50000"/>
                </a:srgbClr>
              </a:buClr>
            </a:pPr>
            <a:r>
              <a:rPr lang="en-US" sz="1200" b="1" dirty="0">
                <a:solidFill>
                  <a:srgbClr val="F6F611"/>
                </a:solidFill>
                <a:latin typeface="Arial"/>
              </a:rPr>
              <a:t>(</a:t>
            </a:r>
            <a:r>
              <a:rPr lang="en-US" sz="1200" b="1" dirty="0" err="1">
                <a:solidFill>
                  <a:srgbClr val="F6F611"/>
                </a:solidFill>
                <a:latin typeface="Arial"/>
              </a:rPr>
              <a:t>PhotoMOS</a:t>
            </a:r>
            <a:r>
              <a:rPr lang="en-US" sz="1200" b="1" dirty="0">
                <a:solidFill>
                  <a:srgbClr val="F6F611"/>
                </a:solidFill>
                <a:latin typeface="Arial"/>
              </a:rPr>
              <a:t> Switches)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DF1D57C-5BFB-8265-B118-4F15D240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345395"/>
            <a:ext cx="8556171" cy="487540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</a:rPr>
              <a:t>DIB Non-Ideality Tests: Board Layout</a:t>
            </a:r>
          </a:p>
        </p:txBody>
      </p:sp>
    </p:spTree>
    <p:extLst>
      <p:ext uri="{BB962C8B-B14F-4D97-AF65-F5344CB8AC3E}">
        <p14:creationId xmlns:p14="http://schemas.microsoft.com/office/powerpoint/2010/main" val="103992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615B-1F44-6BA5-02E0-598AEB92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2DE6AC-38B7-1621-90E6-A8AC7EC2D990}"/>
              </a:ext>
            </a:extLst>
          </p:cNvPr>
          <p:cNvSpPr>
            <a:spLocks noChangeAspect="1"/>
          </p:cNvSpPr>
          <p:nvPr/>
        </p:nvSpPr>
        <p:spPr bwMode="auto">
          <a:xfrm>
            <a:off x="1398691" y="150447"/>
            <a:ext cx="9394619" cy="6710442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BD6884-0467-AAE9-1A51-3A67CDF4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345395"/>
            <a:ext cx="8556171" cy="487540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</a:rPr>
              <a:t>Test Case: Long PCB Traces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322E73-3D50-C207-8403-9F28F306F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770" y="1151530"/>
            <a:ext cx="7772400" cy="26953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1C266F-2D9F-C765-9BF9-7A7F8F1D3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58"/>
          <a:stretch>
            <a:fillRect/>
          </a:stretch>
        </p:blipFill>
        <p:spPr>
          <a:xfrm>
            <a:off x="4225251" y="4457461"/>
            <a:ext cx="4338177" cy="190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7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A66C-1193-3D87-998D-87319F94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A7045E-35A3-8D91-DA94-CEDA865762EE}"/>
              </a:ext>
            </a:extLst>
          </p:cNvPr>
          <p:cNvSpPr>
            <a:spLocks noChangeAspect="1"/>
          </p:cNvSpPr>
          <p:nvPr/>
        </p:nvSpPr>
        <p:spPr bwMode="auto">
          <a:xfrm>
            <a:off x="1398690" y="140582"/>
            <a:ext cx="9394619" cy="6710442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8420D5-AFB5-7056-AAFB-160A0945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345395"/>
            <a:ext cx="8556171" cy="487540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</a:rPr>
              <a:t>Test Case: Board-to-Board Connection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0273F9-8B5A-B382-DBCD-B1A40AFFB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409" y="4643704"/>
            <a:ext cx="2028868" cy="20638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98F5FA-387B-FA41-0255-744A06780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843" y="1027883"/>
            <a:ext cx="8066314" cy="341267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187D18E-D5DD-45E4-C854-7510C3166D22}"/>
              </a:ext>
            </a:extLst>
          </p:cNvPr>
          <p:cNvSpPr txBox="1">
            <a:spLocks/>
          </p:cNvSpPr>
          <p:nvPr/>
        </p:nvSpPr>
        <p:spPr>
          <a:xfrm>
            <a:off x="3678802" y="5311294"/>
            <a:ext cx="2754779" cy="576501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1875" kern="1200" cap="none" baseline="0">
                <a:solidFill>
                  <a:schemeClr val="accent3"/>
                </a:solidFill>
                <a:latin typeface="+mj-lt"/>
                <a:ea typeface="Times" pitchFamily="2" charset="0"/>
                <a:cs typeface="Times" pitchFamily="2" charset="0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 in 4TP Guarding</a:t>
            </a:r>
          </a:p>
        </p:txBody>
      </p:sp>
      <p:sp>
        <p:nvSpPr>
          <p:cNvPr id="7" name="Arrow: Left 34">
            <a:extLst>
              <a:ext uri="{FF2B5EF4-FFF2-40B4-BE49-F238E27FC236}">
                <a16:creationId xmlns:a16="http://schemas.microsoft.com/office/drawing/2014/main" id="{DDDEB276-F6BE-00A4-A80A-BD1AF707DEE3}"/>
              </a:ext>
            </a:extLst>
          </p:cNvPr>
          <p:cNvSpPr/>
          <p:nvPr/>
        </p:nvSpPr>
        <p:spPr bwMode="auto">
          <a:xfrm rot="9273127">
            <a:off x="6282998" y="5531939"/>
            <a:ext cx="301166" cy="13521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846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9A4F4-DE9F-6D83-4E19-8A7D8D00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999014-0EBD-8DC4-3D02-356774AB20D9}"/>
              </a:ext>
            </a:extLst>
          </p:cNvPr>
          <p:cNvSpPr>
            <a:spLocks noChangeAspect="1"/>
          </p:cNvSpPr>
          <p:nvPr/>
        </p:nvSpPr>
        <p:spPr bwMode="auto">
          <a:xfrm>
            <a:off x="1398690" y="156348"/>
            <a:ext cx="9394619" cy="6710442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EF8D0C-A78B-DDFA-FB6A-7680E23D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345395"/>
            <a:ext cx="8556171" cy="487540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</a:rPr>
              <a:t>Test Case: Switching </a:t>
            </a:r>
            <a:r>
              <a:rPr lang="en-US" sz="3000" dirty="0" err="1">
                <a:solidFill>
                  <a:schemeClr val="bg1"/>
                </a:solidFill>
              </a:rPr>
              <a:t>Parasitics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12D5E-400E-6D86-8725-CCF6C94E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244" y="968077"/>
            <a:ext cx="5257397" cy="5814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6AAA51-20AA-B6D6-F403-1F2FB596B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943"/>
          <a:stretch>
            <a:fillRect/>
          </a:stretch>
        </p:blipFill>
        <p:spPr>
          <a:xfrm>
            <a:off x="7428063" y="1247606"/>
            <a:ext cx="2900463" cy="218139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1D7A1C8-1E46-03EB-E3EF-E081C8F046B6}"/>
              </a:ext>
            </a:extLst>
          </p:cNvPr>
          <p:cNvSpPr txBox="1">
            <a:spLocks/>
          </p:cNvSpPr>
          <p:nvPr/>
        </p:nvSpPr>
        <p:spPr>
          <a:xfrm>
            <a:off x="7573747" y="3900930"/>
            <a:ext cx="2754779" cy="576501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1875" kern="1200" cap="none" baseline="0">
                <a:solidFill>
                  <a:schemeClr val="accent3"/>
                </a:solidFill>
                <a:latin typeface="+mj-lt"/>
                <a:ea typeface="Times" pitchFamily="2" charset="0"/>
                <a:cs typeface="Times" pitchFamily="2" charset="0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Guarded </a:t>
            </a:r>
            <a:r>
              <a:rPr lang="en-US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PhotoMOS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Switch Topology</a:t>
            </a:r>
          </a:p>
        </p:txBody>
      </p:sp>
      <p:sp>
        <p:nvSpPr>
          <p:cNvPr id="12" name="Arrow: Left 34">
            <a:extLst>
              <a:ext uri="{FF2B5EF4-FFF2-40B4-BE49-F238E27FC236}">
                <a16:creationId xmlns:a16="http://schemas.microsoft.com/office/drawing/2014/main" id="{2EE7F722-7BC2-3A10-5E46-C7C60C8F99D5}"/>
              </a:ext>
            </a:extLst>
          </p:cNvPr>
          <p:cNvSpPr/>
          <p:nvPr/>
        </p:nvSpPr>
        <p:spPr bwMode="auto">
          <a:xfrm rot="5400000">
            <a:off x="8648284" y="3511977"/>
            <a:ext cx="301166" cy="135213"/>
          </a:xfrm>
          <a:prstGeom prst="leftArrow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76B63D-3636-FB73-3CA5-3F97CEA40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057" y="4949361"/>
            <a:ext cx="1684107" cy="16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0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C9353-38BE-CEF1-D496-0430A845C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D94A66-B315-0CB9-6DD2-F6FC57EA6114}"/>
              </a:ext>
            </a:extLst>
          </p:cNvPr>
          <p:cNvSpPr>
            <a:spLocks noChangeAspect="1"/>
          </p:cNvSpPr>
          <p:nvPr/>
        </p:nvSpPr>
        <p:spPr bwMode="auto">
          <a:xfrm>
            <a:off x="1398690" y="156348"/>
            <a:ext cx="9394619" cy="6710442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3AEDBAF-8887-4503-169C-9E6D9047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345395"/>
            <a:ext cx="8556171" cy="487540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</a:rPr>
              <a:t>Test Case: Grounding Topologies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7330C3-584E-F96E-FC32-6D14C74D4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704" y="1336812"/>
            <a:ext cx="7076657" cy="4245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A7AF0A-3DF9-9C1F-2120-19B63F55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51" y="1708472"/>
            <a:ext cx="2146944" cy="180309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4B84EC0-412C-B02F-6FDE-B6EB836ED3D2}"/>
              </a:ext>
            </a:extLst>
          </p:cNvPr>
          <p:cNvSpPr txBox="1">
            <a:spLocks/>
          </p:cNvSpPr>
          <p:nvPr/>
        </p:nvSpPr>
        <p:spPr>
          <a:xfrm>
            <a:off x="8775376" y="1131971"/>
            <a:ext cx="1733833" cy="576501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1875" kern="1200" cap="none" baseline="0">
                <a:solidFill>
                  <a:schemeClr val="accent3"/>
                </a:solidFill>
                <a:latin typeface="+mj-lt"/>
                <a:ea typeface="Times" pitchFamily="2" charset="0"/>
                <a:cs typeface="Times" pitchFamily="2" charset="0"/>
              </a:defRPr>
            </a:lvl1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Adjacent GND Floods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A730C6-AE7C-F0E3-D3C6-12E8F55D8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376" y="4518077"/>
            <a:ext cx="1697316" cy="19187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95344AD-FC13-C9D3-71D1-106A3A3D010C}"/>
              </a:ext>
            </a:extLst>
          </p:cNvPr>
          <p:cNvSpPr txBox="1">
            <a:spLocks/>
          </p:cNvSpPr>
          <p:nvPr/>
        </p:nvSpPr>
        <p:spPr>
          <a:xfrm>
            <a:off x="8775376" y="3941576"/>
            <a:ext cx="1733833" cy="576501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>
            <a:lvl1pPr algn="l" defTabSz="914327" rtl="0" eaLnBrk="1" latinLnBrk="0" hangingPunct="1">
              <a:spcBef>
                <a:spcPct val="0"/>
              </a:spcBef>
              <a:buNone/>
              <a:defRPr lang="en-US" sz="1875" kern="1200" cap="none" baseline="0">
                <a:solidFill>
                  <a:schemeClr val="accent3"/>
                </a:solidFill>
                <a:latin typeface="+mj-lt"/>
                <a:ea typeface="Times" pitchFamily="2" charset="0"/>
                <a:cs typeface="Times" pitchFamily="2" charset="0"/>
              </a:defRPr>
            </a:lvl1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Impedance to GND</a:t>
            </a:r>
          </a:p>
        </p:txBody>
      </p:sp>
    </p:spTree>
    <p:extLst>
      <p:ext uri="{BB962C8B-B14F-4D97-AF65-F5344CB8AC3E}">
        <p14:creationId xmlns:p14="http://schemas.microsoft.com/office/powerpoint/2010/main" val="61205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8F25946-2747-BAC8-4FE2-970E6F542C34}"/>
              </a:ext>
            </a:extLst>
          </p:cNvPr>
          <p:cNvSpPr>
            <a:spLocks noChangeAspect="1"/>
          </p:cNvSpPr>
          <p:nvPr/>
        </p:nvSpPr>
        <p:spPr bwMode="auto">
          <a:xfrm>
            <a:off x="471806" y="-436642"/>
            <a:ext cx="9394619" cy="6710442"/>
          </a:xfrm>
          <a:prstGeom prst="rect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DD283AD0-AD77-8C6E-1C6E-768DDF1E3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15" y="-241694"/>
            <a:ext cx="7691268" cy="487540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</a:rPr>
              <a:t>Schematic Design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A40F552-50CD-BFC6-47F5-B9CD25062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0" y="774283"/>
            <a:ext cx="4363629" cy="388333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8288785-F056-F2EB-067C-C08DCBCB0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55" y="774283"/>
            <a:ext cx="4397849" cy="388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58469"/>
      </p:ext>
    </p:extLst>
  </p:cSld>
  <p:clrMapOvr>
    <a:masterClrMapping/>
  </p:clrMapOvr>
</p:sld>
</file>

<file path=ppt/theme/theme1.xml><?xml version="1.0" encoding="utf-8"?>
<a:theme xmlns:a="http://schemas.openxmlformats.org/drawingml/2006/main" name="NI_PPT Template_JULY_2024_FINAL">
  <a:themeElements>
    <a:clrScheme name="NI - EMR Palette 06-12-24 320">
      <a:dk1>
        <a:srgbClr val="000000"/>
      </a:dk1>
      <a:lt1>
        <a:srgbClr val="FFFFFF"/>
      </a:lt1>
      <a:dk2>
        <a:srgbClr val="004B8D"/>
      </a:dk2>
      <a:lt2>
        <a:srgbClr val="ECECED"/>
      </a:lt2>
      <a:accent1>
        <a:srgbClr val="004B8D"/>
      </a:accent1>
      <a:accent2>
        <a:srgbClr val="00573C"/>
      </a:accent2>
      <a:accent3>
        <a:srgbClr val="1B2552"/>
      </a:accent3>
      <a:accent4>
        <a:srgbClr val="1DB1DE"/>
      </a:accent4>
      <a:accent5>
        <a:srgbClr val="F5D300"/>
      </a:accent5>
      <a:accent6>
        <a:srgbClr val="00AD7C"/>
      </a:accent6>
      <a:hlink>
        <a:srgbClr val="00AD7C"/>
      </a:hlink>
      <a:folHlink>
        <a:srgbClr val="BA1C46"/>
      </a:folHlink>
    </a:clrScheme>
    <a:fontScheme name="EMR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noFill/>
          <a:round/>
          <a:headEnd/>
          <a:tailEnd/>
        </a:ln>
        <a:effectLst/>
      </a:spPr>
      <a:bodyPr wrap="square" rtlCol="0" anchor="ctr"/>
      <a:lstStyle>
        <a:defPPr algn="ctr" eaLnBrk="0" fontAlgn="base" hangingPunct="0">
          <a:spcBef>
            <a:spcPct val="0"/>
          </a:spcBef>
          <a:spcAft>
            <a:spcPct val="0"/>
          </a:spcAft>
          <a:defRPr b="1" dirty="0">
            <a:solidFill>
              <a:srgbClr val="FFFFFF"/>
            </a:solidFill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I_PPT Template_JULY_2024_FINAL" id="{6DBDD408-8B10-42C2-8B32-4EE6D13A94C5}" vid="{73AB1EF4-D843-4D44-8FDB-4079F5C18B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72</Words>
  <Application>Microsoft Macintosh PowerPoint</Application>
  <PresentationFormat>Widescreen</PresentationFormat>
  <Paragraphs>24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Arial Black</vt:lpstr>
      <vt:lpstr>Arial Narrow</vt:lpstr>
      <vt:lpstr>Calibri</vt:lpstr>
      <vt:lpstr>NI_PPT Template_JULY_2024_FINAL</vt:lpstr>
      <vt:lpstr>Signal Flow</vt:lpstr>
      <vt:lpstr>PowerPoint Presentation</vt:lpstr>
      <vt:lpstr>DIB Non-Ideality Tests: Board Layout</vt:lpstr>
      <vt:lpstr>Test Case: Long PCB Traces</vt:lpstr>
      <vt:lpstr>Test Case: Board-to-Board Connection</vt:lpstr>
      <vt:lpstr>Test Case: Switching Parasitics</vt:lpstr>
      <vt:lpstr>Test Case: Grounding Topologies</vt:lpstr>
      <vt:lpstr>Schematic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Golden</dc:creator>
  <cp:lastModifiedBy>Jake Golden</cp:lastModifiedBy>
  <cp:revision>4</cp:revision>
  <dcterms:created xsi:type="dcterms:W3CDTF">2026-09-14T18:16:16Z</dcterms:created>
  <dcterms:modified xsi:type="dcterms:W3CDTF">2026-09-14T21:27:37Z</dcterms:modified>
</cp:coreProperties>
</file>