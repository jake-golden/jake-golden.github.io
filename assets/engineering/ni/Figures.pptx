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147481343" r:id="rId2"/>
    <p:sldId id="2147481345" r:id="rId3"/>
    <p:sldId id="2147481346" r:id="rId4"/>
    <p:sldId id="21474813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F6931-55CE-0446-B61D-64D2EB55044D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5B780-52F9-7447-BAF0-7338EFDCB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0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8458-02CD-FD9B-610A-E828A3A0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0D333-1442-6BF8-CDCB-543047FF7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05A93-A6B7-C473-87B6-2ABD55DEC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B6B1A-B7B0-05D4-01BF-638DBAF1E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90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DA1F-5048-CDE7-E669-88F9024B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5F5CB-7165-F813-C903-26DACB34D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A2D94-CC2C-CF8D-E957-3BA0A58B9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BD731-0E53-790F-AA6D-7F2D4F839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44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3" y="1098863"/>
            <a:ext cx="5306379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2463154"/>
            <a:ext cx="530637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E940E-6DE5-9B98-C113-78820A2F7FE7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4" name="Picture 3" descr="A green and white squares&#10;&#10;Description automatically generated">
            <a:extLst>
              <a:ext uri="{FF2B5EF4-FFF2-40B4-BE49-F238E27FC236}">
                <a16:creationId xmlns:a16="http://schemas.microsoft.com/office/drawing/2014/main" id="{8C0528FD-8FC2-C97E-3752-0EBBB2B2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5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28FE4-269E-606F-B220-E2EB2564DA90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CFFE6-E3DC-D35E-BC05-9ADF501B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45DCDC-0606-C560-8B41-3B1F823CE529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</p:spTree>
    <p:extLst>
      <p:ext uri="{BB962C8B-B14F-4D97-AF65-F5344CB8AC3E}">
        <p14:creationId xmlns:p14="http://schemas.microsoft.com/office/powerpoint/2010/main" val="9266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E2D8BA-1667-4F99-96A9-4DA4514D9EA6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B828A-20AD-7E53-D305-68354A89D897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85583-14F4-1406-DB75-C73DF6E77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0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5" y="399094"/>
            <a:ext cx="11052373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1462791"/>
            <a:ext cx="873029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5" y="1054147"/>
            <a:ext cx="11052373" cy="1063698"/>
          </a:xfrm>
        </p:spPr>
        <p:txBody>
          <a:bodyPr lIns="91440">
            <a:noAutofit/>
          </a:bodyPr>
          <a:lstStyle>
            <a:lvl1pPr algn="r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1888" y="2117847"/>
            <a:ext cx="8730299" cy="758617"/>
          </a:xfrm>
        </p:spPr>
        <p:txBody>
          <a:bodyPr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7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260" y="4595043"/>
            <a:ext cx="11052373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59" y="5658743"/>
            <a:ext cx="873029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6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3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2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2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6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7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27375-A641-F5C8-AA18-69A44F8E216E}"/>
              </a:ext>
            </a:extLst>
          </p:cNvPr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F3222F-5BF4-04F0-0C31-D62992FE2F10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4296FB9-C14E-EECB-92E0-7A7276E2AA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8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26636-FD50-8D08-4C68-CE6D96292BCB}"/>
              </a:ext>
            </a:extLst>
          </p:cNvPr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298B0E-271E-E62C-BFBB-269F798AD38C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8D6D99-84AB-FA6F-8C68-FE8E92E173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2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8F710-8B77-63C2-FB1A-BFFB0123BB13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C9F38-7E18-17B7-4F85-5D5C7187BFFA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378BF81-E231-113A-257A-C3648E6F8B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366" y="1697359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366" y="2424830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9365" y="3152301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365" y="3879774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365" y="460724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65" y="533471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2078" y="1697359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2078" y="2424830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2078" y="3152301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2078" y="3879774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2078" y="460724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2078" y="533471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6278EF38-2821-547B-513B-8BFE212313D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26524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F02B1E1-7080-2BEB-26CC-4EF0B19BE25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75126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6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5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7" y="1633860"/>
            <a:ext cx="5555157" cy="497417"/>
          </a:xfrm>
        </p:spPr>
        <p:txBody>
          <a:bodyPr/>
          <a:lstStyle>
            <a:lvl1pPr marL="0" indent="0">
              <a:buNone/>
              <a:defRPr sz="1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17478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479" y="1633860"/>
            <a:ext cx="5555157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8FE73CA-1AC6-1291-800B-4CF62264B93F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749596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07417" y="667876"/>
            <a:ext cx="7465219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417" y="1787598"/>
            <a:ext cx="7465219" cy="4308402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2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80914-A36F-2E1B-7EA3-A5ECAC70819B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</p:spTree>
    <p:extLst>
      <p:ext uri="{BB962C8B-B14F-4D97-AF65-F5344CB8AC3E}">
        <p14:creationId xmlns:p14="http://schemas.microsoft.com/office/powerpoint/2010/main" val="815708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7C6F3-D770-87A0-F494-3E0B85036BC3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</p:spTree>
    <p:extLst>
      <p:ext uri="{BB962C8B-B14F-4D97-AF65-F5344CB8AC3E}">
        <p14:creationId xmlns:p14="http://schemas.microsoft.com/office/powerpoint/2010/main" val="3752083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65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1633859"/>
            <a:ext cx="11353272" cy="437307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8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38E9841-81CD-7234-48A7-BF489BBBF82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FE476F-0492-E294-D741-AEFB876AEBF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DF671B-DAEC-5CE5-EB6F-5772B46867DD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165454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9BC5E6D-A862-CF3B-7E0F-039314A6EDD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4F0C0-B21D-F700-EF66-69A5E04C445D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FE965C-636C-F0C8-C43A-78AB63831F4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7315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2F0601-810D-6181-7D36-316FF09E88B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CBA58F-A393-6E1D-C471-E60B536F9F07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228406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73F946-1CE6-E3A6-5B97-428B7714FE7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82FEF6-08CB-23AC-0FBD-9C6E3E7F46B4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47843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E10235D-801E-3061-9DEA-77E07AE188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75482B-F1E3-5C73-0DC5-0C1A6F99A5D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18506F-6EFB-DB23-A206-9C85238CCB12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266DD8-8990-317B-2A02-8AC1210A57CD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object 2">
            <a:extLst>
              <a:ext uri="{FF2B5EF4-FFF2-40B4-BE49-F238E27FC236}">
                <a16:creationId xmlns:a16="http://schemas.microsoft.com/office/drawing/2014/main" id="{010D528C-9198-6D51-259A-EB9F65FFA306}"/>
              </a:ext>
            </a:extLst>
          </p:cNvPr>
          <p:cNvSpPr/>
          <p:nvPr userDrawn="1"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B6CECC-4B25-5D27-2969-269A51003B5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16B0C1-80E7-F625-D3D1-2CEA4DE48A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9822E5-406D-3FA9-2F04-90314460A22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88137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792931" y="2166938"/>
            <a:ext cx="6979680" cy="259456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/>
            </a:lvl1pPr>
            <a:lvl2pPr marL="212312" indent="0">
              <a:lnSpc>
                <a:spcPct val="150000"/>
              </a:lnSpc>
              <a:buNone/>
              <a:defRPr sz="1250"/>
            </a:lvl2pPr>
            <a:lvl3pPr marL="430575" indent="0">
              <a:lnSpc>
                <a:spcPct val="150000"/>
              </a:lnSpc>
              <a:buNone/>
              <a:defRPr sz="1250"/>
            </a:lvl3pPr>
            <a:lvl4pPr marL="610146" indent="0">
              <a:lnSpc>
                <a:spcPct val="150000"/>
              </a:lnSpc>
              <a:buNone/>
              <a:defRPr sz="1250"/>
            </a:lvl4pPr>
            <a:lvl5pPr marL="821465" indent="0">
              <a:lnSpc>
                <a:spcPct val="150000"/>
              </a:lnSpc>
              <a:buNone/>
              <a:defRPr sz="12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932" y="4849739"/>
            <a:ext cx="3827199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2932" y="5132391"/>
            <a:ext cx="3827199" cy="6226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1263" y="667879"/>
            <a:ext cx="7191348" cy="505485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CA0D5C-B835-972C-0141-6416CC6CF594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A green and black half circle&#10;&#10;Description automatically generated">
            <a:extLst>
              <a:ext uri="{FF2B5EF4-FFF2-40B4-BE49-F238E27FC236}">
                <a16:creationId xmlns:a16="http://schemas.microsoft.com/office/drawing/2014/main" id="{490FAFA7-A3AA-EEC2-CA1D-F1BBE9272C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33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534527" y="1728725"/>
            <a:ext cx="7170291" cy="394823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1pPr>
            <a:lvl2pPr marL="212312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2pPr>
            <a:lvl3pPr marL="43057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3pPr>
            <a:lvl4pPr marL="610146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4pPr>
            <a:lvl5pPr marL="82146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21" y="4749805"/>
            <a:ext cx="3345823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3921" y="5032459"/>
            <a:ext cx="3345823" cy="6487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181039"/>
            <a:ext cx="3345819" cy="2341651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1A6A6C5-3A35-3AFE-22DF-92965A330C22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D5D203-1D9B-072B-7538-E1EFEE64C074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Picture 7" descr="A green and black half circle&#10;&#10;Description automatically generated">
            <a:extLst>
              <a:ext uri="{FF2B5EF4-FFF2-40B4-BE49-F238E27FC236}">
                <a16:creationId xmlns:a16="http://schemas.microsoft.com/office/drawing/2014/main" id="{75D9DEF0-F0E4-BC69-27FC-B66B28C487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56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19366" y="1552936"/>
            <a:ext cx="11353271" cy="43597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42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40" y="1950295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083740" y="240532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6" y="202729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3740" y="3830604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83740" y="428563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366" y="390760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1BC8339-172E-D41B-E906-31446E2F30D4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211351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513909"/>
            <a:ext cx="3585565" cy="607689"/>
          </a:xfrm>
        </p:spPr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364" y="1330856"/>
            <a:ext cx="2550208" cy="1123494"/>
          </a:xfrm>
        </p:spPr>
        <p:txBody>
          <a:bodyPr>
            <a:noAutofit/>
          </a:bodyPr>
          <a:lstStyle>
            <a:lvl1pPr marL="0" indent="0">
              <a:buNone/>
              <a:defRPr sz="1750"/>
            </a:lvl1pPr>
            <a:lvl2pPr marL="212312" indent="0">
              <a:buNone/>
              <a:defRPr sz="1750"/>
            </a:lvl2pPr>
            <a:lvl3pPr marL="430575" indent="0">
              <a:buNone/>
              <a:defRPr sz="1750"/>
            </a:lvl3pPr>
            <a:lvl4pPr marL="610146" indent="0">
              <a:buNone/>
              <a:defRPr sz="1750"/>
            </a:lvl4pPr>
            <a:lvl5pPr marL="821465" indent="0">
              <a:buNone/>
              <a:defRPr sz="175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04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04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2004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472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472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590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0583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583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11759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6441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26441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936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3404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404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32004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472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472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590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30583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30583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11759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6441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6441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2004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34724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34724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1590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30583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30583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717302" y="76586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1983" y="89645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31983" y="115045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7CB6CD-63CC-D7FD-0CF4-290A06E70C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7390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5" y="1560431"/>
            <a:ext cx="7261595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5" y="2537699"/>
            <a:ext cx="7261595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661966"/>
            <a:ext cx="3465183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4" y="2537699"/>
            <a:ext cx="3465183" cy="3192542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39B51D3-3B21-2AAB-A9FD-BAB43EB824CA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8325FAC4-DB30-54EE-DEDB-3DD2AE0ABC93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F7991F-E5D2-69AF-0574-D160F25084BF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61561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7" y="1560431"/>
            <a:ext cx="11353271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6" y="2537699"/>
            <a:ext cx="11353271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FC7DC1A-6259-3AEB-A8EF-FF5223728A1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42149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096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37F2A-ED47-9A95-5644-5428319D1C22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79DBD-B8BB-561B-6131-4C9E090D139F}"/>
              </a:ext>
            </a:extLst>
          </p:cNvPr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441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513909"/>
            <a:ext cx="3585565" cy="607689"/>
          </a:xfrm>
        </p:spPr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364" y="1330856"/>
            <a:ext cx="2550208" cy="1123494"/>
          </a:xfrm>
        </p:spPr>
        <p:txBody>
          <a:bodyPr>
            <a:noAutofit/>
          </a:bodyPr>
          <a:lstStyle>
            <a:lvl1pPr marL="0" indent="0">
              <a:buNone/>
              <a:defRPr sz="1750"/>
            </a:lvl1pPr>
            <a:lvl2pPr marL="212312" indent="0">
              <a:buNone/>
              <a:defRPr sz="1750"/>
            </a:lvl2pPr>
            <a:lvl3pPr marL="430575" indent="0">
              <a:buNone/>
              <a:defRPr sz="1750"/>
            </a:lvl3pPr>
            <a:lvl4pPr marL="610146" indent="0">
              <a:buNone/>
              <a:defRPr sz="1750"/>
            </a:lvl4pPr>
            <a:lvl5pPr marL="821465" indent="0">
              <a:buNone/>
              <a:defRPr sz="175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04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04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2004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472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472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590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0583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583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11759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6441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26441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936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3404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404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32004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472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472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590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30583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30583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11759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6441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6441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2004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34724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34724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1590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30583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30583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717302" y="76586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1983" y="89645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31983" y="115045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2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3" y="1098863"/>
            <a:ext cx="5306379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2463154"/>
            <a:ext cx="530637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87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920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12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791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67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432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366" y="1697359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366" y="2424830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9365" y="3152301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365" y="3879774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365" y="460724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65" y="533471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2078" y="1697359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2078" y="2424830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2078" y="3152301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2078" y="3879774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2078" y="460724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2078" y="533471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958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4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5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7" y="1633860"/>
            <a:ext cx="5555157" cy="497417"/>
          </a:xfrm>
        </p:spPr>
        <p:txBody>
          <a:bodyPr/>
          <a:lstStyle>
            <a:lvl1pPr marL="0" indent="0">
              <a:buNone/>
              <a:defRPr sz="1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17478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479" y="1633860"/>
            <a:ext cx="5555157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854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656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687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771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650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225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267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781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792931" y="2166938"/>
            <a:ext cx="6979680" cy="259456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/>
            </a:lvl1pPr>
            <a:lvl2pPr marL="212312" indent="0">
              <a:lnSpc>
                <a:spcPct val="150000"/>
              </a:lnSpc>
              <a:buNone/>
              <a:defRPr sz="1250"/>
            </a:lvl2pPr>
            <a:lvl3pPr marL="430575" indent="0">
              <a:lnSpc>
                <a:spcPct val="150000"/>
              </a:lnSpc>
              <a:buNone/>
              <a:defRPr sz="1250"/>
            </a:lvl3pPr>
            <a:lvl4pPr marL="610146" indent="0">
              <a:lnSpc>
                <a:spcPct val="150000"/>
              </a:lnSpc>
              <a:buNone/>
              <a:defRPr sz="1250"/>
            </a:lvl4pPr>
            <a:lvl5pPr marL="821465" indent="0">
              <a:lnSpc>
                <a:spcPct val="150000"/>
              </a:lnSpc>
              <a:buNone/>
              <a:defRPr sz="12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932" y="4849739"/>
            <a:ext cx="3827199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2932" y="5132391"/>
            <a:ext cx="3827199" cy="6226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1263" y="667879"/>
            <a:ext cx="7191348" cy="505485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257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534527" y="1728725"/>
            <a:ext cx="7170291" cy="394823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1pPr>
            <a:lvl2pPr marL="212312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2pPr>
            <a:lvl3pPr marL="43057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3pPr>
            <a:lvl4pPr marL="610146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4pPr>
            <a:lvl5pPr marL="82146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21" y="4749805"/>
            <a:ext cx="3345823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3921" y="5032459"/>
            <a:ext cx="3345823" cy="6487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181039"/>
            <a:ext cx="3345819" cy="2341651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60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40" y="1950295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083740" y="240532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6" y="202729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3740" y="3830604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83740" y="428563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366" y="390760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641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5" y="1560431"/>
            <a:ext cx="7261595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5" y="2537699"/>
            <a:ext cx="7261595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661966"/>
            <a:ext cx="3465183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4" y="2537699"/>
            <a:ext cx="3465183" cy="3192542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777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7" y="1560431"/>
            <a:ext cx="11353271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6" y="2537699"/>
            <a:ext cx="11353271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2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316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491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1092200"/>
            <a:ext cx="11353272" cy="49147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576428"/>
          </a:xfrm>
        </p:spPr>
        <p:txBody>
          <a:bodyPr lIns="91440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367" y="274638"/>
            <a:ext cx="11353271" cy="846958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364" y="1330855"/>
            <a:ext cx="11353272" cy="468444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/>
        </p:nvPicPr>
        <p:blipFill>
          <a:blip r:embed="rId6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4B672-1FD1-7224-E47A-C18E25AE291C}"/>
              </a:ext>
            </a:extLst>
          </p:cNvPr>
          <p:cNvPicPr>
            <a:picLocks noChangeAspect="1"/>
          </p:cNvPicPr>
          <p:nvPr/>
        </p:nvPicPr>
        <p:blipFill>
          <a:blip r:embed="rId6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68779-ED2F-79AC-C04F-CBB86614977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917" y="6678086"/>
            <a:ext cx="1292491" cy="961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2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- 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012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</p:sldLayoutIdLst>
  <p:txStyles>
    <p:titleStyle>
      <a:lvl1pPr algn="l" defTabSz="914327" rtl="0" eaLnBrk="1" latinLnBrk="0" hangingPunct="1">
        <a:spcBef>
          <a:spcPct val="0"/>
        </a:spcBef>
        <a:buNone/>
        <a:defRPr lang="en-US" sz="1875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140879" indent="-14087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140879" algn="l"/>
        </a:tabLst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391883" indent="-179573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571455" indent="-14087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783765" indent="-17361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963337" indent="-141872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2514399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62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6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90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1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3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7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1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90B6-BA8E-1F2D-BDFD-EC87A916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1BC5-0983-3658-2B89-99397BD6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523" y="592708"/>
            <a:ext cx="8514953" cy="620473"/>
          </a:xfrm>
        </p:spPr>
        <p:txBody>
          <a:bodyPr/>
          <a:lstStyle/>
          <a:p>
            <a:r>
              <a:rPr lang="en-US" sz="2600" dirty="0">
                <a:solidFill>
                  <a:srgbClr val="3C7E8B"/>
                </a:solidFill>
              </a:rPr>
              <a:t>Signal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0B5EA-5D5B-E4B5-682B-7C09CF551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05610" y="1261473"/>
            <a:ext cx="2627867" cy="2678992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06E9FB2-58D3-8F20-9FF5-1FB6E613BEC4}"/>
              </a:ext>
            </a:extLst>
          </p:cNvPr>
          <p:cNvSpPr/>
          <p:nvPr/>
        </p:nvSpPr>
        <p:spPr bwMode="auto">
          <a:xfrm>
            <a:off x="7225070" y="2074508"/>
            <a:ext cx="500742" cy="696686"/>
          </a:xfrm>
          <a:prstGeom prst="rightArrow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48038-8FC6-5491-0B27-F52CFC12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51" r="10494"/>
          <a:stretch>
            <a:fillRect/>
          </a:stretch>
        </p:blipFill>
        <p:spPr>
          <a:xfrm>
            <a:off x="7828289" y="1233474"/>
            <a:ext cx="2627868" cy="2474326"/>
          </a:xfrm>
          <a:prstGeom prst="rect">
            <a:avLst/>
          </a:prstGeom>
        </p:spPr>
      </p:pic>
      <p:pic>
        <p:nvPicPr>
          <p:cNvPr id="10" name="Picture 4" descr="PXIe-4190 - NI">
            <a:extLst>
              <a:ext uri="{FF2B5EF4-FFF2-40B4-BE49-F238E27FC236}">
                <a16:creationId xmlns:a16="http://schemas.microsoft.com/office/drawing/2014/main" id="{301AEB3B-6F21-EB50-C1C6-739EF838A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8695" t="17467" r="23078" b="5439"/>
          <a:stretch>
            <a:fillRect/>
          </a:stretch>
        </p:blipFill>
        <p:spPr bwMode="auto">
          <a:xfrm>
            <a:off x="1605214" y="1439176"/>
            <a:ext cx="2194804" cy="21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CB2D43EA-E4AE-6FDF-0FA8-1DD469EC206C}"/>
              </a:ext>
            </a:extLst>
          </p:cNvPr>
          <p:cNvSpPr/>
          <p:nvPr/>
        </p:nvSpPr>
        <p:spPr bwMode="auto">
          <a:xfrm>
            <a:off x="3917783" y="2074508"/>
            <a:ext cx="500742" cy="696686"/>
          </a:xfrm>
          <a:prstGeom prst="rightArrow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2" name="Chart Placeholder 3">
            <a:extLst>
              <a:ext uri="{FF2B5EF4-FFF2-40B4-BE49-F238E27FC236}">
                <a16:creationId xmlns:a16="http://schemas.microsoft.com/office/drawing/2014/main" id="{95531B6F-9D0D-358C-CE57-3194E6EF6A50}"/>
              </a:ext>
            </a:extLst>
          </p:cNvPr>
          <p:cNvSpPr txBox="1">
            <a:spLocks/>
          </p:cNvSpPr>
          <p:nvPr/>
        </p:nvSpPr>
        <p:spPr>
          <a:xfrm>
            <a:off x="2209801" y="3885337"/>
            <a:ext cx="1187705" cy="413657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Module</a:t>
            </a:r>
          </a:p>
        </p:txBody>
      </p:sp>
      <p:sp>
        <p:nvSpPr>
          <p:cNvPr id="13" name="Chart Placeholder 3">
            <a:extLst>
              <a:ext uri="{FF2B5EF4-FFF2-40B4-BE49-F238E27FC236}">
                <a16:creationId xmlns:a16="http://schemas.microsoft.com/office/drawing/2014/main" id="{D4BD7C5C-3FDB-741E-9B86-CFE6E638FBA3}"/>
              </a:ext>
            </a:extLst>
          </p:cNvPr>
          <p:cNvSpPr txBox="1">
            <a:spLocks/>
          </p:cNvSpPr>
          <p:nvPr/>
        </p:nvSpPr>
        <p:spPr>
          <a:xfrm>
            <a:off x="4718419" y="3885338"/>
            <a:ext cx="2202246" cy="413657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Cable</a:t>
            </a:r>
          </a:p>
        </p:txBody>
      </p:sp>
      <p:sp>
        <p:nvSpPr>
          <p:cNvPr id="14" name="Chart Placeholder 3">
            <a:extLst>
              <a:ext uri="{FF2B5EF4-FFF2-40B4-BE49-F238E27FC236}">
                <a16:creationId xmlns:a16="http://schemas.microsoft.com/office/drawing/2014/main" id="{E37FBAD7-3352-7289-CE54-F7DA9397F8FE}"/>
              </a:ext>
            </a:extLst>
          </p:cNvPr>
          <p:cNvSpPr txBox="1">
            <a:spLocks/>
          </p:cNvSpPr>
          <p:nvPr/>
        </p:nvSpPr>
        <p:spPr>
          <a:xfrm>
            <a:off x="8041100" y="3820208"/>
            <a:ext cx="2202246" cy="513266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Device Interface Board (DIB)</a:t>
            </a:r>
          </a:p>
        </p:txBody>
      </p:sp>
    </p:spTree>
    <p:extLst>
      <p:ext uri="{BB962C8B-B14F-4D97-AF65-F5344CB8AC3E}">
        <p14:creationId xmlns:p14="http://schemas.microsoft.com/office/powerpoint/2010/main" val="278813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87C86F-32E6-6424-DD46-7D70A3EE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26" y="501930"/>
            <a:ext cx="5810948" cy="2545635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B08FDF-A36B-3F36-F399-EA052605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26" y="3201152"/>
            <a:ext cx="5810948" cy="2860866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0FF2AA-3DE1-2042-8BCB-08F77BBD3EF7}"/>
              </a:ext>
            </a:extLst>
          </p:cNvPr>
          <p:cNvSpPr>
            <a:spLocks noChangeAspect="1"/>
          </p:cNvSpPr>
          <p:nvPr/>
        </p:nvSpPr>
        <p:spPr bwMode="auto">
          <a:xfrm>
            <a:off x="2188028" y="348342"/>
            <a:ext cx="8218715" cy="5870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57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9C31F-4750-F158-578C-422D936A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1ED2C6-7337-B831-F2BC-575B1FCB02AC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1" y="150447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B57F6B2-F301-ED20-10EA-5B2B24332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792" y="1078894"/>
            <a:ext cx="4884232" cy="4789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4B359-0D4E-26A4-A3F5-7BB09E1D8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99828" y="887664"/>
            <a:ext cx="2380923" cy="355841"/>
          </a:xfrm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Long PCB Traces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9C4CC-0424-3492-DACC-2C8B40E0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58"/>
          <a:stretch>
            <a:fillRect/>
          </a:stretch>
        </p:blipFill>
        <p:spPr>
          <a:xfrm>
            <a:off x="8215327" y="1307164"/>
            <a:ext cx="2340864" cy="1027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78DA3-4001-9449-B132-475B5F3DF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377" y="3271139"/>
            <a:ext cx="2340864" cy="8284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11F0A0-EB27-CCCE-B399-A9DD13EC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537" y="4160876"/>
            <a:ext cx="1088128" cy="1042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C5818A-FE81-D9C8-2431-EFA194800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266" y="5487776"/>
            <a:ext cx="1327731" cy="1115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20A6FF-DE31-CC51-01C1-C21BC380B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3532" y="2734056"/>
            <a:ext cx="1152324" cy="11721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A6F98E6-8046-D136-E6CE-CC9729389B0E}"/>
              </a:ext>
            </a:extLst>
          </p:cNvPr>
          <p:cNvSpPr/>
          <p:nvPr/>
        </p:nvSpPr>
        <p:spPr bwMode="auto">
          <a:xfrm>
            <a:off x="8169607" y="920738"/>
            <a:ext cx="2411144" cy="1520710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1EF532-1B05-21D6-EB9A-059F07ACE7D0}"/>
              </a:ext>
            </a:extLst>
          </p:cNvPr>
          <p:cNvSpPr/>
          <p:nvPr/>
        </p:nvSpPr>
        <p:spPr bwMode="auto">
          <a:xfrm>
            <a:off x="8173024" y="2734057"/>
            <a:ext cx="2408489" cy="2551175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EB6FBA8-9E1F-F75F-D35D-7BDD2E4C1F9B}"/>
              </a:ext>
            </a:extLst>
          </p:cNvPr>
          <p:cNvSpPr txBox="1">
            <a:spLocks/>
          </p:cNvSpPr>
          <p:nvPr/>
        </p:nvSpPr>
        <p:spPr>
          <a:xfrm>
            <a:off x="8169607" y="2738435"/>
            <a:ext cx="2419261" cy="355841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Switching </a:t>
            </a:r>
            <a:r>
              <a:rPr lang="en-US" sz="1600" b="1" dirty="0" err="1">
                <a:solidFill>
                  <a:srgbClr val="FFFFFF"/>
                </a:solidFill>
                <a:latin typeface="Arial"/>
              </a:rPr>
              <a:t>Parasitics</a:t>
            </a:r>
            <a:endParaRPr lang="en-US"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2A9CE5D-C967-D504-43AC-448E2075A5A4}"/>
              </a:ext>
            </a:extLst>
          </p:cNvPr>
          <p:cNvSpPr txBox="1">
            <a:spLocks/>
          </p:cNvSpPr>
          <p:nvPr/>
        </p:nvSpPr>
        <p:spPr>
          <a:xfrm>
            <a:off x="2264664" y="4908776"/>
            <a:ext cx="1500392" cy="54818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Adjacent GND Floods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76D89-773F-180A-B100-11FC104A9B2E}"/>
              </a:ext>
            </a:extLst>
          </p:cNvPr>
          <p:cNvSpPr/>
          <p:nvPr/>
        </p:nvSpPr>
        <p:spPr bwMode="auto">
          <a:xfrm>
            <a:off x="2216854" y="4938272"/>
            <a:ext cx="1548203" cy="1672840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FF40B36A-AA49-7B46-2578-B68ADE8D0FFB}"/>
              </a:ext>
            </a:extLst>
          </p:cNvPr>
          <p:cNvSpPr txBox="1">
            <a:spLocks/>
          </p:cNvSpPr>
          <p:nvPr/>
        </p:nvSpPr>
        <p:spPr>
          <a:xfrm>
            <a:off x="1625209" y="2104862"/>
            <a:ext cx="1700066" cy="55700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Board-to-Board Connection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BE1EAC-5CFF-8D3C-01AC-E08961570287}"/>
              </a:ext>
            </a:extLst>
          </p:cNvPr>
          <p:cNvSpPr/>
          <p:nvPr/>
        </p:nvSpPr>
        <p:spPr bwMode="auto">
          <a:xfrm>
            <a:off x="1625210" y="2145345"/>
            <a:ext cx="1663583" cy="1862434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CAEA5CA-C2F8-43A0-055C-027F84E59563}"/>
              </a:ext>
            </a:extLst>
          </p:cNvPr>
          <p:cNvSpPr/>
          <p:nvPr/>
        </p:nvSpPr>
        <p:spPr bwMode="auto">
          <a:xfrm>
            <a:off x="7886143" y="1680698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B797059E-CD73-72B1-4038-526F78C92B63}"/>
              </a:ext>
            </a:extLst>
          </p:cNvPr>
          <p:cNvSpPr/>
          <p:nvPr/>
        </p:nvSpPr>
        <p:spPr bwMode="auto">
          <a:xfrm>
            <a:off x="7930012" y="3076563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FC009045-BB6A-B361-C77A-3D399CCD081A}"/>
              </a:ext>
            </a:extLst>
          </p:cNvPr>
          <p:cNvSpPr/>
          <p:nvPr/>
        </p:nvSpPr>
        <p:spPr bwMode="auto">
          <a:xfrm rot="10800000">
            <a:off x="3140075" y="3685362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79A7FDCA-7919-691D-C981-AA07FABFE570}"/>
              </a:ext>
            </a:extLst>
          </p:cNvPr>
          <p:cNvSpPr/>
          <p:nvPr/>
        </p:nvSpPr>
        <p:spPr bwMode="auto">
          <a:xfrm rot="9273127">
            <a:off x="3657484" y="4743617"/>
            <a:ext cx="1054544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0161F949-8D9D-9804-F980-991ED1929D72}"/>
              </a:ext>
            </a:extLst>
          </p:cNvPr>
          <p:cNvSpPr txBox="1">
            <a:spLocks/>
          </p:cNvSpPr>
          <p:nvPr/>
        </p:nvSpPr>
        <p:spPr>
          <a:xfrm>
            <a:off x="8199828" y="4544939"/>
            <a:ext cx="1219311" cy="520309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200" b="1" dirty="0">
                <a:solidFill>
                  <a:srgbClr val="F6F611"/>
                </a:solidFill>
                <a:latin typeface="Arial"/>
              </a:rPr>
              <a:t>(</a:t>
            </a:r>
            <a:r>
              <a:rPr lang="en-US" sz="1200" b="1" dirty="0" err="1">
                <a:solidFill>
                  <a:srgbClr val="F6F611"/>
                </a:solidFill>
                <a:latin typeface="Arial"/>
              </a:rPr>
              <a:t>PhotoMOS</a:t>
            </a:r>
            <a:r>
              <a:rPr lang="en-US" sz="1200" b="1" dirty="0">
                <a:solidFill>
                  <a:srgbClr val="F6F611"/>
                </a:solidFill>
                <a:latin typeface="Arial"/>
              </a:rPr>
              <a:t> Switches)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F1D57C-5BFB-8265-B118-4F15D240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45395"/>
            <a:ext cx="7691268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DIB Non-Ideality Tests</a:t>
            </a:r>
          </a:p>
        </p:txBody>
      </p:sp>
    </p:spTree>
    <p:extLst>
      <p:ext uri="{BB962C8B-B14F-4D97-AF65-F5344CB8AC3E}">
        <p14:creationId xmlns:p14="http://schemas.microsoft.com/office/powerpoint/2010/main" val="103992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ED563-2D74-7145-B198-7B0E0096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3DFFAC-28AF-942A-70A1-14174D689246}"/>
              </a:ext>
            </a:extLst>
          </p:cNvPr>
          <p:cNvSpPr>
            <a:spLocks noChangeAspect="1"/>
          </p:cNvSpPr>
          <p:nvPr/>
        </p:nvSpPr>
        <p:spPr bwMode="auto">
          <a:xfrm>
            <a:off x="1396952" y="123207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9C7C2-BE6C-10C0-94D3-CE6674AD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276" y="1075499"/>
            <a:ext cx="6076426" cy="540761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05CA55ED-1BB1-FE87-0B0D-56036D3A0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733" y="299206"/>
            <a:ext cx="8328454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Guarded </a:t>
            </a:r>
            <a:r>
              <a:rPr lang="en-US" sz="3000" dirty="0" err="1">
                <a:solidFill>
                  <a:schemeClr val="bg1"/>
                </a:solidFill>
              </a:rPr>
              <a:t>PhotoMOS</a:t>
            </a:r>
            <a:r>
              <a:rPr lang="en-US" sz="3000" dirty="0">
                <a:solidFill>
                  <a:schemeClr val="bg1"/>
                </a:solidFill>
              </a:rPr>
              <a:t> Switch Topology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AA045D-C623-E2DE-EB44-2FD30BB63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102"/>
          <a:stretch>
            <a:fillRect/>
          </a:stretch>
        </p:blipFill>
        <p:spPr>
          <a:xfrm>
            <a:off x="7759258" y="2035054"/>
            <a:ext cx="2908742" cy="219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48442"/>
      </p:ext>
    </p:extLst>
  </p:cSld>
  <p:clrMapOvr>
    <a:masterClrMapping/>
  </p:clrMapOvr>
</p:sld>
</file>

<file path=ppt/theme/theme1.xml><?xml version="1.0" encoding="utf-8"?>
<a:theme xmlns:a="http://schemas.openxmlformats.org/drawingml/2006/main" name="NI_PPT Template_JULY_2024_FINAL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_PPT Template_JULY_2024_FINAL" id="{6DBDD408-8B10-42C2-8B32-4EE6D13A94C5}" vid="{73AB1EF4-D843-4D44-8FDB-4079F5C18B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Macintosh PowerPoint</Application>
  <PresentationFormat>Widescreen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Arial Black</vt:lpstr>
      <vt:lpstr>Arial Narrow</vt:lpstr>
      <vt:lpstr>Calibri</vt:lpstr>
      <vt:lpstr>NI_PPT Template_JULY_2024_FINAL</vt:lpstr>
      <vt:lpstr>Signal Flow</vt:lpstr>
      <vt:lpstr>PowerPoint Presentation</vt:lpstr>
      <vt:lpstr>DIB Non-Ideality Tests</vt:lpstr>
      <vt:lpstr>Guarded PhotoMOS Switch Topology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Golden</dc:creator>
  <cp:lastModifiedBy>Jake Golden</cp:lastModifiedBy>
  <cp:revision>3</cp:revision>
  <dcterms:created xsi:type="dcterms:W3CDTF">2026-09-14T18:16:16Z</dcterms:created>
  <dcterms:modified xsi:type="dcterms:W3CDTF">2026-09-14T18:17:22Z</dcterms:modified>
</cp:coreProperties>
</file>